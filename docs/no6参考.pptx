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48.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8.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2" r:id="rId5"/>
    <p:sldMasterId id="2147483663"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D66B73E-5C48-442A-80D4-7AE7A14F740E}">
  <a:tblStyle styleId="{DD66B73E-5C48-442A-80D4-7AE7A14F740E}"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C141E563-A177-44E8-9A2D-8376247095EA}"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ea006e99dc_0_731:notes"/>
          <p:cNvSpPr/>
          <p:nvPr>
            <p:ph idx="2" type="sldImg"/>
          </p:nvPr>
        </p:nvSpPr>
        <p:spPr>
          <a:xfrm>
            <a:off x="92736" y="686422"/>
            <a:ext cx="6672900" cy="3427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 name="Google Shape;70;g3ea006e99dc_0_731:notes"/>
          <p:cNvSpPr txBox="1"/>
          <p:nvPr>
            <p:ph idx="1" type="body"/>
          </p:nvPr>
        </p:nvSpPr>
        <p:spPr>
          <a:xfrm>
            <a:off x="686120" y="4343442"/>
            <a:ext cx="5485500" cy="4114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 name="Google Shape;71;g3ea006e99dc_0_731:notes"/>
          <p:cNvSpPr txBox="1"/>
          <p:nvPr>
            <p:ph idx="12" type="sldNum"/>
          </p:nvPr>
        </p:nvSpPr>
        <p:spPr>
          <a:xfrm>
            <a:off x="3884814" y="8685424"/>
            <a:ext cx="2971500" cy="456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ja"/>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ea006e99dc_0_737:notes"/>
          <p:cNvSpPr/>
          <p:nvPr>
            <p:ph idx="2" type="sldImg"/>
          </p:nvPr>
        </p:nvSpPr>
        <p:spPr>
          <a:xfrm>
            <a:off x="92736" y="686422"/>
            <a:ext cx="6672900" cy="3427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 name="Google Shape;77;g3ea006e99dc_0_737:notes"/>
          <p:cNvSpPr txBox="1"/>
          <p:nvPr>
            <p:ph idx="1" type="body"/>
          </p:nvPr>
        </p:nvSpPr>
        <p:spPr>
          <a:xfrm>
            <a:off x="686120" y="4343442"/>
            <a:ext cx="5485500" cy="4114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 name="Google Shape;78;g3ea006e99dc_0_737:notes"/>
          <p:cNvSpPr txBox="1"/>
          <p:nvPr>
            <p:ph idx="12" type="sldNum"/>
          </p:nvPr>
        </p:nvSpPr>
        <p:spPr>
          <a:xfrm>
            <a:off x="3884814" y="8685424"/>
            <a:ext cx="2971500" cy="456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ja"/>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ea006e99dc_0_906:notes"/>
          <p:cNvSpPr/>
          <p:nvPr>
            <p:ph idx="2" type="sldImg"/>
          </p:nvPr>
        </p:nvSpPr>
        <p:spPr>
          <a:xfrm>
            <a:off x="92736" y="686422"/>
            <a:ext cx="6672900" cy="3427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 name="Google Shape;247;g3ea006e99dc_0_906:notes"/>
          <p:cNvSpPr txBox="1"/>
          <p:nvPr>
            <p:ph idx="1" type="body"/>
          </p:nvPr>
        </p:nvSpPr>
        <p:spPr>
          <a:xfrm>
            <a:off x="686120" y="4343442"/>
            <a:ext cx="5485500" cy="4114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8" name="Google Shape;248;g3ea006e99dc_0_906:notes"/>
          <p:cNvSpPr txBox="1"/>
          <p:nvPr>
            <p:ph idx="12" type="sldNum"/>
          </p:nvPr>
        </p:nvSpPr>
        <p:spPr>
          <a:xfrm>
            <a:off x="3884814" y="8685424"/>
            <a:ext cx="2971500" cy="456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ja"/>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ea006e99dc_0_920:notes"/>
          <p:cNvSpPr/>
          <p:nvPr>
            <p:ph idx="2" type="sldImg"/>
          </p:nvPr>
        </p:nvSpPr>
        <p:spPr>
          <a:xfrm>
            <a:off x="92736" y="686422"/>
            <a:ext cx="6672900" cy="3427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2" name="Google Shape;262;g3ea006e99dc_0_920:notes"/>
          <p:cNvSpPr txBox="1"/>
          <p:nvPr>
            <p:ph idx="1" type="body"/>
          </p:nvPr>
        </p:nvSpPr>
        <p:spPr>
          <a:xfrm>
            <a:off x="686120" y="4343442"/>
            <a:ext cx="5485500" cy="4114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3" name="Google Shape;263;g3ea006e99dc_0_920:notes"/>
          <p:cNvSpPr txBox="1"/>
          <p:nvPr>
            <p:ph idx="12" type="sldNum"/>
          </p:nvPr>
        </p:nvSpPr>
        <p:spPr>
          <a:xfrm>
            <a:off x="3884814" y="8685424"/>
            <a:ext cx="2971500" cy="456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ja"/>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ea006e99dc_0_948:notes"/>
          <p:cNvSpPr/>
          <p:nvPr>
            <p:ph idx="2" type="sldImg"/>
          </p:nvPr>
        </p:nvSpPr>
        <p:spPr>
          <a:xfrm>
            <a:off x="92736" y="686422"/>
            <a:ext cx="6672900" cy="3427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1" name="Google Shape;291;g3ea006e99dc_0_948:notes"/>
          <p:cNvSpPr txBox="1"/>
          <p:nvPr>
            <p:ph idx="1" type="body"/>
          </p:nvPr>
        </p:nvSpPr>
        <p:spPr>
          <a:xfrm>
            <a:off x="686120" y="4343442"/>
            <a:ext cx="5485500" cy="4114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2" name="Google Shape;292;g3ea006e99dc_0_948:notes"/>
          <p:cNvSpPr txBox="1"/>
          <p:nvPr>
            <p:ph idx="12" type="sldNum"/>
          </p:nvPr>
        </p:nvSpPr>
        <p:spPr>
          <a:xfrm>
            <a:off x="3884814" y="8685424"/>
            <a:ext cx="2971500" cy="456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ja"/>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ea006e99dc_0_957:notes"/>
          <p:cNvSpPr/>
          <p:nvPr>
            <p:ph idx="2" type="sldImg"/>
          </p:nvPr>
        </p:nvSpPr>
        <p:spPr>
          <a:xfrm>
            <a:off x="92736" y="686422"/>
            <a:ext cx="6672900" cy="3427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1" name="Google Shape;301;g3ea006e99dc_0_957:notes"/>
          <p:cNvSpPr txBox="1"/>
          <p:nvPr>
            <p:ph idx="1" type="body"/>
          </p:nvPr>
        </p:nvSpPr>
        <p:spPr>
          <a:xfrm>
            <a:off x="686120" y="4343442"/>
            <a:ext cx="5485500" cy="4114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2" name="Google Shape;302;g3ea006e99dc_0_957:notes"/>
          <p:cNvSpPr txBox="1"/>
          <p:nvPr>
            <p:ph idx="12" type="sldNum"/>
          </p:nvPr>
        </p:nvSpPr>
        <p:spPr>
          <a:xfrm>
            <a:off x="3884814" y="8685424"/>
            <a:ext cx="2971500" cy="456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ja"/>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ea006e99dc_0_965:notes"/>
          <p:cNvSpPr/>
          <p:nvPr>
            <p:ph idx="2" type="sldImg"/>
          </p:nvPr>
        </p:nvSpPr>
        <p:spPr>
          <a:xfrm>
            <a:off x="92736" y="686422"/>
            <a:ext cx="6672900" cy="3427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0" name="Google Shape;310;g3ea006e99dc_0_965:notes"/>
          <p:cNvSpPr txBox="1"/>
          <p:nvPr>
            <p:ph idx="1" type="body"/>
          </p:nvPr>
        </p:nvSpPr>
        <p:spPr>
          <a:xfrm>
            <a:off x="686120" y="4343442"/>
            <a:ext cx="5485500" cy="4114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g3ea006e99dc_0_965:notes"/>
          <p:cNvSpPr txBox="1"/>
          <p:nvPr>
            <p:ph idx="12" type="sldNum"/>
          </p:nvPr>
        </p:nvSpPr>
        <p:spPr>
          <a:xfrm>
            <a:off x="3884814" y="8685424"/>
            <a:ext cx="2971500" cy="456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ja"/>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ea006e99dc_0_973:notes"/>
          <p:cNvSpPr/>
          <p:nvPr>
            <p:ph idx="2" type="sldImg"/>
          </p:nvPr>
        </p:nvSpPr>
        <p:spPr>
          <a:xfrm>
            <a:off x="92736" y="686422"/>
            <a:ext cx="6672900" cy="3427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9" name="Google Shape;319;g3ea006e99dc_0_973:notes"/>
          <p:cNvSpPr txBox="1"/>
          <p:nvPr>
            <p:ph idx="1" type="body"/>
          </p:nvPr>
        </p:nvSpPr>
        <p:spPr>
          <a:xfrm>
            <a:off x="686120" y="4343442"/>
            <a:ext cx="5485500" cy="4114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0" name="Google Shape;320;g3ea006e99dc_0_973:notes"/>
          <p:cNvSpPr txBox="1"/>
          <p:nvPr>
            <p:ph idx="12" type="sldNum"/>
          </p:nvPr>
        </p:nvSpPr>
        <p:spPr>
          <a:xfrm>
            <a:off x="3884814" y="8685424"/>
            <a:ext cx="2971500" cy="456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ja"/>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ea006e99dc_0_980:notes"/>
          <p:cNvSpPr/>
          <p:nvPr>
            <p:ph idx="2" type="sldImg"/>
          </p:nvPr>
        </p:nvSpPr>
        <p:spPr>
          <a:xfrm>
            <a:off x="92736" y="686422"/>
            <a:ext cx="6672900" cy="3427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7" name="Google Shape;327;g3ea006e99dc_0_980:notes"/>
          <p:cNvSpPr txBox="1"/>
          <p:nvPr>
            <p:ph idx="1" type="body"/>
          </p:nvPr>
        </p:nvSpPr>
        <p:spPr>
          <a:xfrm>
            <a:off x="686120" y="4343442"/>
            <a:ext cx="5485500" cy="4114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8" name="Google Shape;328;g3ea006e99dc_0_980:notes"/>
          <p:cNvSpPr txBox="1"/>
          <p:nvPr>
            <p:ph idx="12" type="sldNum"/>
          </p:nvPr>
        </p:nvSpPr>
        <p:spPr>
          <a:xfrm>
            <a:off x="3884814" y="8685424"/>
            <a:ext cx="2971500" cy="456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ja"/>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ea006e99dc_0_988:notes"/>
          <p:cNvSpPr/>
          <p:nvPr>
            <p:ph idx="2" type="sldImg"/>
          </p:nvPr>
        </p:nvSpPr>
        <p:spPr>
          <a:xfrm>
            <a:off x="92736" y="686422"/>
            <a:ext cx="6672900" cy="34278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3ea006e99dc_0_988:notes"/>
          <p:cNvSpPr txBox="1"/>
          <p:nvPr>
            <p:ph idx="1" type="body"/>
          </p:nvPr>
        </p:nvSpPr>
        <p:spPr>
          <a:xfrm>
            <a:off x="686120" y="4343442"/>
            <a:ext cx="5485500" cy="411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g3ea006e99dc_0_988:notes"/>
          <p:cNvSpPr txBox="1"/>
          <p:nvPr>
            <p:ph idx="12" type="sldNum"/>
          </p:nvPr>
        </p:nvSpPr>
        <p:spPr>
          <a:xfrm>
            <a:off x="3884814" y="8685424"/>
            <a:ext cx="2971500" cy="45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fld id="{00000000-1234-1234-1234-123412341234}" type="slidenum">
              <a:rPr lang="ja"/>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ea006e99dc_0_997:notes"/>
          <p:cNvSpPr/>
          <p:nvPr>
            <p:ph idx="2" type="sldImg"/>
          </p:nvPr>
        </p:nvSpPr>
        <p:spPr>
          <a:xfrm>
            <a:off x="92736" y="686422"/>
            <a:ext cx="6672900" cy="3427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6" name="Google Shape;346;g3ea006e99dc_0_997:notes"/>
          <p:cNvSpPr txBox="1"/>
          <p:nvPr>
            <p:ph idx="1" type="body"/>
          </p:nvPr>
        </p:nvSpPr>
        <p:spPr>
          <a:xfrm>
            <a:off x="686120" y="4343442"/>
            <a:ext cx="5485500" cy="4114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7" name="Google Shape;347;g3ea006e99dc_0_997:notes"/>
          <p:cNvSpPr txBox="1"/>
          <p:nvPr>
            <p:ph idx="12" type="sldNum"/>
          </p:nvPr>
        </p:nvSpPr>
        <p:spPr>
          <a:xfrm>
            <a:off x="3884814" y="8685424"/>
            <a:ext cx="2971500" cy="456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ja"/>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ea006e99dc_0_1005:notes"/>
          <p:cNvSpPr/>
          <p:nvPr>
            <p:ph idx="2" type="sldImg"/>
          </p:nvPr>
        </p:nvSpPr>
        <p:spPr>
          <a:xfrm>
            <a:off x="92736" y="686422"/>
            <a:ext cx="6672900" cy="3427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5" name="Google Shape;355;g3ea006e99dc_0_1005:notes"/>
          <p:cNvSpPr txBox="1"/>
          <p:nvPr>
            <p:ph idx="1" type="body"/>
          </p:nvPr>
        </p:nvSpPr>
        <p:spPr>
          <a:xfrm>
            <a:off x="686120" y="4343442"/>
            <a:ext cx="5485500" cy="4114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g3ea006e99dc_0_1005:notes"/>
          <p:cNvSpPr txBox="1"/>
          <p:nvPr>
            <p:ph idx="12" type="sldNum"/>
          </p:nvPr>
        </p:nvSpPr>
        <p:spPr>
          <a:xfrm>
            <a:off x="3884814" y="8685424"/>
            <a:ext cx="2971500" cy="456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ja"/>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ea006e99dc_0_1036:notes"/>
          <p:cNvSpPr/>
          <p:nvPr>
            <p:ph idx="2" type="sldImg"/>
          </p:nvPr>
        </p:nvSpPr>
        <p:spPr>
          <a:xfrm>
            <a:off x="92736" y="686422"/>
            <a:ext cx="6672900" cy="3427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7" name="Google Shape;387;g3ea006e99dc_0_1036:notes"/>
          <p:cNvSpPr txBox="1"/>
          <p:nvPr>
            <p:ph idx="1" type="body"/>
          </p:nvPr>
        </p:nvSpPr>
        <p:spPr>
          <a:xfrm>
            <a:off x="686120" y="4343442"/>
            <a:ext cx="5485500" cy="4114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8" name="Google Shape;388;g3ea006e99dc_0_1036:notes"/>
          <p:cNvSpPr txBox="1"/>
          <p:nvPr>
            <p:ph idx="12" type="sldNum"/>
          </p:nvPr>
        </p:nvSpPr>
        <p:spPr>
          <a:xfrm>
            <a:off x="3884814" y="8685424"/>
            <a:ext cx="2971500" cy="456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ja"/>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ea006e99dc_0_1048:notes"/>
          <p:cNvSpPr/>
          <p:nvPr>
            <p:ph idx="2" type="sldImg"/>
          </p:nvPr>
        </p:nvSpPr>
        <p:spPr>
          <a:xfrm>
            <a:off x="92736" y="686422"/>
            <a:ext cx="6672900" cy="34278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3ea006e99dc_0_1048:notes"/>
          <p:cNvSpPr txBox="1"/>
          <p:nvPr>
            <p:ph idx="1" type="body"/>
          </p:nvPr>
        </p:nvSpPr>
        <p:spPr>
          <a:xfrm>
            <a:off x="686120" y="4343442"/>
            <a:ext cx="5485500" cy="411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g3ea006e99dc_0_1048:notes"/>
          <p:cNvSpPr txBox="1"/>
          <p:nvPr>
            <p:ph idx="12" type="sldNum"/>
          </p:nvPr>
        </p:nvSpPr>
        <p:spPr>
          <a:xfrm>
            <a:off x="3884814" y="8685424"/>
            <a:ext cx="2971500" cy="45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fld id="{00000000-1234-1234-1234-123412341234}" type="slidenum">
              <a:rPr lang="ja"/>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ea006e99dc_0_1056:notes"/>
          <p:cNvSpPr/>
          <p:nvPr>
            <p:ph idx="2" type="sldImg"/>
          </p:nvPr>
        </p:nvSpPr>
        <p:spPr>
          <a:xfrm>
            <a:off x="92736" y="686422"/>
            <a:ext cx="6672900" cy="34278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3ea006e99dc_0_1056:notes"/>
          <p:cNvSpPr txBox="1"/>
          <p:nvPr>
            <p:ph idx="1" type="body"/>
          </p:nvPr>
        </p:nvSpPr>
        <p:spPr>
          <a:xfrm>
            <a:off x="686120" y="4343442"/>
            <a:ext cx="5485500" cy="411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g3ea006e99dc_0_1056:notes"/>
          <p:cNvSpPr txBox="1"/>
          <p:nvPr>
            <p:ph idx="12" type="sldNum"/>
          </p:nvPr>
        </p:nvSpPr>
        <p:spPr>
          <a:xfrm>
            <a:off x="3884814" y="8685424"/>
            <a:ext cx="2971500" cy="45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fld id="{00000000-1234-1234-1234-123412341234}" type="slidenum">
              <a:rPr lang="ja"/>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ea006e99dc_0_1074:notes"/>
          <p:cNvSpPr/>
          <p:nvPr>
            <p:ph idx="2" type="sldImg"/>
          </p:nvPr>
        </p:nvSpPr>
        <p:spPr>
          <a:xfrm>
            <a:off x="92736" y="686422"/>
            <a:ext cx="6672900" cy="34278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3ea006e99dc_0_1074:notes"/>
          <p:cNvSpPr txBox="1"/>
          <p:nvPr>
            <p:ph idx="1" type="body"/>
          </p:nvPr>
        </p:nvSpPr>
        <p:spPr>
          <a:xfrm>
            <a:off x="686120" y="4343442"/>
            <a:ext cx="5485500" cy="411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g3ea006e99dc_0_1074:notes"/>
          <p:cNvSpPr txBox="1"/>
          <p:nvPr>
            <p:ph idx="12" type="sldNum"/>
          </p:nvPr>
        </p:nvSpPr>
        <p:spPr>
          <a:xfrm>
            <a:off x="3884814" y="8685424"/>
            <a:ext cx="2971500" cy="45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fld id="{00000000-1234-1234-1234-123412341234}" type="slidenum">
              <a:rPr lang="ja"/>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ea006e99dc_0_1084:notes"/>
          <p:cNvSpPr/>
          <p:nvPr>
            <p:ph idx="2" type="sldImg"/>
          </p:nvPr>
        </p:nvSpPr>
        <p:spPr>
          <a:xfrm>
            <a:off x="92736" y="686422"/>
            <a:ext cx="6672900" cy="3427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9" name="Google Shape;439;g3ea006e99dc_0_1084:notes"/>
          <p:cNvSpPr txBox="1"/>
          <p:nvPr>
            <p:ph idx="1" type="body"/>
          </p:nvPr>
        </p:nvSpPr>
        <p:spPr>
          <a:xfrm>
            <a:off x="686120" y="4343442"/>
            <a:ext cx="5485500" cy="4114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0" name="Google Shape;440;g3ea006e99dc_0_1084:notes"/>
          <p:cNvSpPr txBox="1"/>
          <p:nvPr>
            <p:ph idx="12" type="sldNum"/>
          </p:nvPr>
        </p:nvSpPr>
        <p:spPr>
          <a:xfrm>
            <a:off x="3884814" y="8685424"/>
            <a:ext cx="2971500" cy="456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ja"/>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3ea006e99dc_0_1099:notes"/>
          <p:cNvSpPr/>
          <p:nvPr>
            <p:ph idx="2" type="sldImg"/>
          </p:nvPr>
        </p:nvSpPr>
        <p:spPr>
          <a:xfrm>
            <a:off x="92736" y="686422"/>
            <a:ext cx="6672900" cy="3427800"/>
          </a:xfrm>
          <a:custGeom>
            <a:rect b="b" l="l" r="r" t="t"/>
            <a:pathLst>
              <a:path extrusionOk="0" h="120000" w="120000">
                <a:moveTo>
                  <a:pt x="0" y="0"/>
                </a:moveTo>
                <a:lnTo>
                  <a:pt x="120000" y="0"/>
                </a:lnTo>
                <a:lnTo>
                  <a:pt x="120000" y="120000"/>
                </a:lnTo>
                <a:lnTo>
                  <a:pt x="0" y="120000"/>
                </a:lnTo>
                <a:close/>
              </a:path>
            </a:pathLst>
          </a:custGeom>
        </p:spPr>
      </p:sp>
      <p:sp>
        <p:nvSpPr>
          <p:cNvPr id="455" name="Google Shape;455;g3ea006e99dc_0_1099:notes"/>
          <p:cNvSpPr txBox="1"/>
          <p:nvPr>
            <p:ph idx="1" type="body"/>
          </p:nvPr>
        </p:nvSpPr>
        <p:spPr>
          <a:xfrm>
            <a:off x="686120" y="4343442"/>
            <a:ext cx="5485500" cy="411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g3ea006e99dc_0_1099:notes"/>
          <p:cNvSpPr txBox="1"/>
          <p:nvPr>
            <p:ph idx="12" type="sldNum"/>
          </p:nvPr>
        </p:nvSpPr>
        <p:spPr>
          <a:xfrm>
            <a:off x="3884814" y="8685424"/>
            <a:ext cx="2971500" cy="45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fld id="{00000000-1234-1234-1234-123412341234}" type="slidenum">
              <a:rPr lang="ja"/>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3ea006e99dc_0_1118:notes"/>
          <p:cNvSpPr/>
          <p:nvPr>
            <p:ph idx="2" type="sldImg"/>
          </p:nvPr>
        </p:nvSpPr>
        <p:spPr>
          <a:xfrm>
            <a:off x="92736" y="686422"/>
            <a:ext cx="6672900" cy="3427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5" name="Google Shape;475;g3ea006e99dc_0_1118:notes"/>
          <p:cNvSpPr txBox="1"/>
          <p:nvPr>
            <p:ph idx="1" type="body"/>
          </p:nvPr>
        </p:nvSpPr>
        <p:spPr>
          <a:xfrm>
            <a:off x="686120" y="4343442"/>
            <a:ext cx="5485500" cy="4114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g3ea006e99dc_0_1118:notes"/>
          <p:cNvSpPr txBox="1"/>
          <p:nvPr>
            <p:ph idx="12" type="sldNum"/>
          </p:nvPr>
        </p:nvSpPr>
        <p:spPr>
          <a:xfrm>
            <a:off x="3884814" y="8685424"/>
            <a:ext cx="2971500" cy="456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ja"/>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3ea006e99dc_0_1134:notes"/>
          <p:cNvSpPr/>
          <p:nvPr>
            <p:ph idx="2" type="sldImg"/>
          </p:nvPr>
        </p:nvSpPr>
        <p:spPr>
          <a:xfrm>
            <a:off x="92736" y="686422"/>
            <a:ext cx="6672900" cy="3427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2" name="Google Shape;492;g3ea006e99dc_0_1134:notes"/>
          <p:cNvSpPr txBox="1"/>
          <p:nvPr>
            <p:ph idx="1" type="body"/>
          </p:nvPr>
        </p:nvSpPr>
        <p:spPr>
          <a:xfrm>
            <a:off x="686120" y="4343442"/>
            <a:ext cx="5485500" cy="4114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3" name="Google Shape;493;g3ea006e99dc_0_1134:notes"/>
          <p:cNvSpPr txBox="1"/>
          <p:nvPr>
            <p:ph idx="12" type="sldNum"/>
          </p:nvPr>
        </p:nvSpPr>
        <p:spPr>
          <a:xfrm>
            <a:off x="3884814" y="8685424"/>
            <a:ext cx="2971500" cy="456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ja"/>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3ea006e99dc_0_1141:notes"/>
          <p:cNvSpPr/>
          <p:nvPr>
            <p:ph idx="2" type="sldImg"/>
          </p:nvPr>
        </p:nvSpPr>
        <p:spPr>
          <a:xfrm>
            <a:off x="92736" y="686422"/>
            <a:ext cx="6672900" cy="3427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0" name="Google Shape;500;g3ea006e99dc_0_1141:notes"/>
          <p:cNvSpPr txBox="1"/>
          <p:nvPr>
            <p:ph idx="1" type="body"/>
          </p:nvPr>
        </p:nvSpPr>
        <p:spPr>
          <a:xfrm>
            <a:off x="686120" y="4343442"/>
            <a:ext cx="5485500" cy="4114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g3ea006e99dc_0_1141:notes"/>
          <p:cNvSpPr txBox="1"/>
          <p:nvPr>
            <p:ph idx="12" type="sldNum"/>
          </p:nvPr>
        </p:nvSpPr>
        <p:spPr>
          <a:xfrm>
            <a:off x="3884814" y="8685424"/>
            <a:ext cx="2971500" cy="456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ja"/>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ea006e99dc_0_1161:notes"/>
          <p:cNvSpPr/>
          <p:nvPr>
            <p:ph idx="2" type="sldImg"/>
          </p:nvPr>
        </p:nvSpPr>
        <p:spPr>
          <a:xfrm>
            <a:off x="92736" y="686422"/>
            <a:ext cx="6672900" cy="3427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1" name="Google Shape;521;g3ea006e99dc_0_1161:notes"/>
          <p:cNvSpPr txBox="1"/>
          <p:nvPr>
            <p:ph idx="1" type="body"/>
          </p:nvPr>
        </p:nvSpPr>
        <p:spPr>
          <a:xfrm>
            <a:off x="686120" y="4343442"/>
            <a:ext cx="5485500" cy="4114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2" name="Google Shape;522;g3ea006e99dc_0_1161:notes"/>
          <p:cNvSpPr txBox="1"/>
          <p:nvPr>
            <p:ph idx="12" type="sldNum"/>
          </p:nvPr>
        </p:nvSpPr>
        <p:spPr>
          <a:xfrm>
            <a:off x="3884814" y="8685424"/>
            <a:ext cx="2971500" cy="456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ja"/>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3ea006e99dc_0_1169:notes"/>
          <p:cNvSpPr/>
          <p:nvPr>
            <p:ph idx="2" type="sldImg"/>
          </p:nvPr>
        </p:nvSpPr>
        <p:spPr>
          <a:xfrm>
            <a:off x="92736" y="686422"/>
            <a:ext cx="6672900" cy="3427800"/>
          </a:xfrm>
          <a:custGeom>
            <a:rect b="b" l="l" r="r" t="t"/>
            <a:pathLst>
              <a:path extrusionOk="0" h="120000" w="120000">
                <a:moveTo>
                  <a:pt x="0" y="0"/>
                </a:moveTo>
                <a:lnTo>
                  <a:pt x="120000" y="0"/>
                </a:lnTo>
                <a:lnTo>
                  <a:pt x="120000" y="120000"/>
                </a:lnTo>
                <a:lnTo>
                  <a:pt x="0" y="120000"/>
                </a:lnTo>
                <a:close/>
              </a:path>
            </a:pathLst>
          </a:custGeom>
        </p:spPr>
      </p:sp>
      <p:sp>
        <p:nvSpPr>
          <p:cNvPr id="530" name="Google Shape;530;g3ea006e99dc_0_1169:notes"/>
          <p:cNvSpPr txBox="1"/>
          <p:nvPr>
            <p:ph idx="1" type="body"/>
          </p:nvPr>
        </p:nvSpPr>
        <p:spPr>
          <a:xfrm>
            <a:off x="686120" y="4343442"/>
            <a:ext cx="5485500" cy="411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g3ea006e99dc_0_1169:notes"/>
          <p:cNvSpPr txBox="1"/>
          <p:nvPr>
            <p:ph idx="12" type="sldNum"/>
          </p:nvPr>
        </p:nvSpPr>
        <p:spPr>
          <a:xfrm>
            <a:off x="3884814" y="8685424"/>
            <a:ext cx="2971500" cy="45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ja"/>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3ea006e99dc_0_1175:notes"/>
          <p:cNvSpPr/>
          <p:nvPr>
            <p:ph idx="2" type="sldImg"/>
          </p:nvPr>
        </p:nvSpPr>
        <p:spPr>
          <a:xfrm>
            <a:off x="92736" y="686422"/>
            <a:ext cx="6672900" cy="3427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7" name="Google Shape;537;g3ea006e99dc_0_1175:notes"/>
          <p:cNvSpPr txBox="1"/>
          <p:nvPr>
            <p:ph idx="1" type="body"/>
          </p:nvPr>
        </p:nvSpPr>
        <p:spPr>
          <a:xfrm>
            <a:off x="686120" y="4343442"/>
            <a:ext cx="5485500" cy="4114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8" name="Google Shape;538;g3ea006e99dc_0_1175:notes"/>
          <p:cNvSpPr txBox="1"/>
          <p:nvPr>
            <p:ph idx="12" type="sldNum"/>
          </p:nvPr>
        </p:nvSpPr>
        <p:spPr>
          <a:xfrm>
            <a:off x="3884814" y="8685424"/>
            <a:ext cx="2971500" cy="456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ja"/>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3ea006e99dc_0_1190:notes"/>
          <p:cNvSpPr/>
          <p:nvPr>
            <p:ph idx="2" type="sldImg"/>
          </p:nvPr>
        </p:nvSpPr>
        <p:spPr>
          <a:xfrm>
            <a:off x="92736" y="686422"/>
            <a:ext cx="6672900" cy="3427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3" name="Google Shape;553;g3ea006e99dc_0_1190:notes"/>
          <p:cNvSpPr txBox="1"/>
          <p:nvPr>
            <p:ph idx="1" type="body"/>
          </p:nvPr>
        </p:nvSpPr>
        <p:spPr>
          <a:xfrm>
            <a:off x="686120" y="4343442"/>
            <a:ext cx="5485500" cy="4114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4" name="Google Shape;554;g3ea006e99dc_0_1190:notes"/>
          <p:cNvSpPr txBox="1"/>
          <p:nvPr>
            <p:ph idx="12" type="sldNum"/>
          </p:nvPr>
        </p:nvSpPr>
        <p:spPr>
          <a:xfrm>
            <a:off x="3884814" y="8685424"/>
            <a:ext cx="2971500" cy="456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ja"/>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3ea006e99dc_0_1198:notes"/>
          <p:cNvSpPr/>
          <p:nvPr>
            <p:ph idx="2" type="sldImg"/>
          </p:nvPr>
        </p:nvSpPr>
        <p:spPr>
          <a:xfrm>
            <a:off x="92736" y="686422"/>
            <a:ext cx="6672900" cy="3427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2" name="Google Shape;562;g3ea006e99dc_0_1198:notes"/>
          <p:cNvSpPr txBox="1"/>
          <p:nvPr>
            <p:ph idx="1" type="body"/>
          </p:nvPr>
        </p:nvSpPr>
        <p:spPr>
          <a:xfrm>
            <a:off x="686120" y="4343442"/>
            <a:ext cx="5485500" cy="4114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3" name="Google Shape;563;g3ea006e99dc_0_1198:notes"/>
          <p:cNvSpPr txBox="1"/>
          <p:nvPr>
            <p:ph idx="12" type="sldNum"/>
          </p:nvPr>
        </p:nvSpPr>
        <p:spPr>
          <a:xfrm>
            <a:off x="3884814" y="8685424"/>
            <a:ext cx="2971500" cy="456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ja"/>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3ea006e99dc_0_1206:notes"/>
          <p:cNvSpPr/>
          <p:nvPr>
            <p:ph idx="2" type="sldImg"/>
          </p:nvPr>
        </p:nvSpPr>
        <p:spPr>
          <a:xfrm>
            <a:off x="92736" y="686422"/>
            <a:ext cx="6672900" cy="3427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1" name="Google Shape;571;g3ea006e99dc_0_1206:notes"/>
          <p:cNvSpPr txBox="1"/>
          <p:nvPr>
            <p:ph idx="1" type="body"/>
          </p:nvPr>
        </p:nvSpPr>
        <p:spPr>
          <a:xfrm>
            <a:off x="686120" y="4343442"/>
            <a:ext cx="5485500" cy="4114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2" name="Google Shape;572;g3ea006e99dc_0_1206:notes"/>
          <p:cNvSpPr txBox="1"/>
          <p:nvPr>
            <p:ph idx="12" type="sldNum"/>
          </p:nvPr>
        </p:nvSpPr>
        <p:spPr>
          <a:xfrm>
            <a:off x="3884814" y="8685424"/>
            <a:ext cx="2971500" cy="456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ja"/>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3ea006e99dc_0_1219:notes"/>
          <p:cNvSpPr/>
          <p:nvPr>
            <p:ph idx="2" type="sldImg"/>
          </p:nvPr>
        </p:nvSpPr>
        <p:spPr>
          <a:xfrm>
            <a:off x="92736" y="686422"/>
            <a:ext cx="6672900" cy="3427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5" name="Google Shape;585;g3ea006e99dc_0_1219:notes"/>
          <p:cNvSpPr txBox="1"/>
          <p:nvPr>
            <p:ph idx="1" type="body"/>
          </p:nvPr>
        </p:nvSpPr>
        <p:spPr>
          <a:xfrm>
            <a:off x="686120" y="4343442"/>
            <a:ext cx="5485500" cy="4114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6" name="Google Shape;586;g3ea006e99dc_0_1219:notes"/>
          <p:cNvSpPr txBox="1"/>
          <p:nvPr>
            <p:ph idx="12" type="sldNum"/>
          </p:nvPr>
        </p:nvSpPr>
        <p:spPr>
          <a:xfrm>
            <a:off x="3884814" y="8685424"/>
            <a:ext cx="2971500" cy="456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ja"/>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3ea006e99dc_0_1235:notes"/>
          <p:cNvSpPr/>
          <p:nvPr>
            <p:ph idx="2" type="sldImg"/>
          </p:nvPr>
        </p:nvSpPr>
        <p:spPr>
          <a:xfrm>
            <a:off x="92736" y="686422"/>
            <a:ext cx="6672900" cy="3427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2" name="Google Shape;602;g3ea006e99dc_0_1235:notes"/>
          <p:cNvSpPr txBox="1"/>
          <p:nvPr>
            <p:ph idx="1" type="body"/>
          </p:nvPr>
        </p:nvSpPr>
        <p:spPr>
          <a:xfrm>
            <a:off x="686120" y="4343442"/>
            <a:ext cx="5485500" cy="4114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3" name="Google Shape;603;g3ea006e99dc_0_1235:notes"/>
          <p:cNvSpPr txBox="1"/>
          <p:nvPr>
            <p:ph idx="12" type="sldNum"/>
          </p:nvPr>
        </p:nvSpPr>
        <p:spPr>
          <a:xfrm>
            <a:off x="3884814" y="8685424"/>
            <a:ext cx="2971500" cy="456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ja"/>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3ea006e99dc_0_1245:notes"/>
          <p:cNvSpPr/>
          <p:nvPr>
            <p:ph idx="2" type="sldImg"/>
          </p:nvPr>
        </p:nvSpPr>
        <p:spPr>
          <a:xfrm>
            <a:off x="92736" y="686422"/>
            <a:ext cx="6672900" cy="3427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3" name="Google Shape;613;g3ea006e99dc_0_1245:notes"/>
          <p:cNvSpPr txBox="1"/>
          <p:nvPr>
            <p:ph idx="1" type="body"/>
          </p:nvPr>
        </p:nvSpPr>
        <p:spPr>
          <a:xfrm>
            <a:off x="686120" y="4343442"/>
            <a:ext cx="5485500" cy="4114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4" name="Google Shape;614;g3ea006e99dc_0_1245:notes"/>
          <p:cNvSpPr txBox="1"/>
          <p:nvPr>
            <p:ph idx="12" type="sldNum"/>
          </p:nvPr>
        </p:nvSpPr>
        <p:spPr>
          <a:xfrm>
            <a:off x="3884814" y="8685424"/>
            <a:ext cx="2971500" cy="456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ja"/>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3ea006e99dc_0_1251:notes"/>
          <p:cNvSpPr/>
          <p:nvPr>
            <p:ph idx="2" type="sldImg"/>
          </p:nvPr>
        </p:nvSpPr>
        <p:spPr>
          <a:xfrm>
            <a:off x="92736" y="686422"/>
            <a:ext cx="6672900" cy="3427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0" name="Google Shape;620;g3ea006e99dc_0_1251:notes"/>
          <p:cNvSpPr txBox="1"/>
          <p:nvPr>
            <p:ph idx="1" type="body"/>
          </p:nvPr>
        </p:nvSpPr>
        <p:spPr>
          <a:xfrm>
            <a:off x="686120" y="4343442"/>
            <a:ext cx="5485500" cy="4114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1" name="Google Shape;621;g3ea006e99dc_0_1251:notes"/>
          <p:cNvSpPr txBox="1"/>
          <p:nvPr>
            <p:ph idx="12" type="sldNum"/>
          </p:nvPr>
        </p:nvSpPr>
        <p:spPr>
          <a:xfrm>
            <a:off x="3884814" y="8685424"/>
            <a:ext cx="2971500" cy="456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ja"/>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g3ea006e99dc_0_1259:notes"/>
          <p:cNvSpPr/>
          <p:nvPr>
            <p:ph idx="2" type="sldImg"/>
          </p:nvPr>
        </p:nvSpPr>
        <p:spPr>
          <a:xfrm>
            <a:off x="92736" y="686422"/>
            <a:ext cx="6672900" cy="3427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9" name="Google Shape;629;g3ea006e99dc_0_1259:notes"/>
          <p:cNvSpPr txBox="1"/>
          <p:nvPr>
            <p:ph idx="1" type="body"/>
          </p:nvPr>
        </p:nvSpPr>
        <p:spPr>
          <a:xfrm>
            <a:off x="686120" y="4343442"/>
            <a:ext cx="5485500" cy="4114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0" name="Google Shape;630;g3ea006e99dc_0_1259:notes"/>
          <p:cNvSpPr txBox="1"/>
          <p:nvPr>
            <p:ph idx="12" type="sldNum"/>
          </p:nvPr>
        </p:nvSpPr>
        <p:spPr>
          <a:xfrm>
            <a:off x="3884814" y="8685424"/>
            <a:ext cx="2971500" cy="456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ja"/>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3ea006e99dc_0_1268:notes"/>
          <p:cNvSpPr/>
          <p:nvPr>
            <p:ph idx="2" type="sldImg"/>
          </p:nvPr>
        </p:nvSpPr>
        <p:spPr>
          <a:xfrm>
            <a:off x="92736" y="686422"/>
            <a:ext cx="6672900" cy="3427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9" name="Google Shape;639;g3ea006e99dc_0_1268:notes"/>
          <p:cNvSpPr txBox="1"/>
          <p:nvPr>
            <p:ph idx="1" type="body"/>
          </p:nvPr>
        </p:nvSpPr>
        <p:spPr>
          <a:xfrm>
            <a:off x="686120" y="4343442"/>
            <a:ext cx="5485500" cy="4114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0" name="Google Shape;640;g3ea006e99dc_0_1268:notes"/>
          <p:cNvSpPr txBox="1"/>
          <p:nvPr>
            <p:ph idx="12" type="sldNum"/>
          </p:nvPr>
        </p:nvSpPr>
        <p:spPr>
          <a:xfrm>
            <a:off x="3884814" y="8685424"/>
            <a:ext cx="2971500" cy="456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ja"/>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g3ea006e99dc_0_1275:notes"/>
          <p:cNvSpPr/>
          <p:nvPr>
            <p:ph idx="2" type="sldImg"/>
          </p:nvPr>
        </p:nvSpPr>
        <p:spPr>
          <a:xfrm>
            <a:off x="92736" y="686422"/>
            <a:ext cx="6672900" cy="3427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7" name="Google Shape;647;g3ea006e99dc_0_1275:notes"/>
          <p:cNvSpPr txBox="1"/>
          <p:nvPr>
            <p:ph idx="1" type="body"/>
          </p:nvPr>
        </p:nvSpPr>
        <p:spPr>
          <a:xfrm>
            <a:off x="686120" y="4343442"/>
            <a:ext cx="5485500" cy="4114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8" name="Google Shape;648;g3ea006e99dc_0_1275:notes"/>
          <p:cNvSpPr txBox="1"/>
          <p:nvPr>
            <p:ph idx="12" type="sldNum"/>
          </p:nvPr>
        </p:nvSpPr>
        <p:spPr>
          <a:xfrm>
            <a:off x="3884814" y="8685424"/>
            <a:ext cx="2971500" cy="456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ja"/>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g3ea006e99dc_0_1285:notes"/>
          <p:cNvSpPr/>
          <p:nvPr>
            <p:ph idx="2" type="sldImg"/>
          </p:nvPr>
        </p:nvSpPr>
        <p:spPr>
          <a:xfrm>
            <a:off x="92736" y="686422"/>
            <a:ext cx="6672900" cy="3427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8" name="Google Shape;658;g3ea006e99dc_0_1285:notes"/>
          <p:cNvSpPr txBox="1"/>
          <p:nvPr>
            <p:ph idx="1" type="body"/>
          </p:nvPr>
        </p:nvSpPr>
        <p:spPr>
          <a:xfrm>
            <a:off x="686120" y="4343442"/>
            <a:ext cx="5485500" cy="4114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9" name="Google Shape;659;g3ea006e99dc_0_1285:notes"/>
          <p:cNvSpPr txBox="1"/>
          <p:nvPr>
            <p:ph idx="12" type="sldNum"/>
          </p:nvPr>
        </p:nvSpPr>
        <p:spPr>
          <a:xfrm>
            <a:off x="3884814" y="8685424"/>
            <a:ext cx="2971500" cy="456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ja"/>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g3ea006e99dc_0_1291:notes"/>
          <p:cNvSpPr/>
          <p:nvPr>
            <p:ph idx="2" type="sldImg"/>
          </p:nvPr>
        </p:nvSpPr>
        <p:spPr>
          <a:xfrm>
            <a:off x="92736" y="686422"/>
            <a:ext cx="6672900" cy="3427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5" name="Google Shape;665;g3ea006e99dc_0_1291:notes"/>
          <p:cNvSpPr txBox="1"/>
          <p:nvPr>
            <p:ph idx="1" type="body"/>
          </p:nvPr>
        </p:nvSpPr>
        <p:spPr>
          <a:xfrm>
            <a:off x="686120" y="4343442"/>
            <a:ext cx="5485500" cy="4114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6" name="Google Shape;666;g3ea006e99dc_0_1291:notes"/>
          <p:cNvSpPr txBox="1"/>
          <p:nvPr>
            <p:ph idx="12" type="sldNum"/>
          </p:nvPr>
        </p:nvSpPr>
        <p:spPr>
          <a:xfrm>
            <a:off x="3884814" y="8685424"/>
            <a:ext cx="2971500" cy="456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ja"/>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g3ea006e99dc_0_1299:notes"/>
          <p:cNvSpPr/>
          <p:nvPr>
            <p:ph idx="2" type="sldImg"/>
          </p:nvPr>
        </p:nvSpPr>
        <p:spPr>
          <a:xfrm>
            <a:off x="92736" y="686422"/>
            <a:ext cx="6672900" cy="3427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4" name="Google Shape;674;g3ea006e99dc_0_1299:notes"/>
          <p:cNvSpPr txBox="1"/>
          <p:nvPr>
            <p:ph idx="1" type="body"/>
          </p:nvPr>
        </p:nvSpPr>
        <p:spPr>
          <a:xfrm>
            <a:off x="686120" y="4343442"/>
            <a:ext cx="5485500" cy="4114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5" name="Google Shape;675;g3ea006e99dc_0_1299:notes"/>
          <p:cNvSpPr txBox="1"/>
          <p:nvPr>
            <p:ph idx="12" type="sldNum"/>
          </p:nvPr>
        </p:nvSpPr>
        <p:spPr>
          <a:xfrm>
            <a:off x="3884814" y="8685424"/>
            <a:ext cx="2971500" cy="456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ja"/>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ea006e99dc_0_1305:notes"/>
          <p:cNvSpPr/>
          <p:nvPr>
            <p:ph idx="2" type="sldImg"/>
          </p:nvPr>
        </p:nvSpPr>
        <p:spPr>
          <a:xfrm>
            <a:off x="92736" y="686422"/>
            <a:ext cx="6672900" cy="3427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1" name="Google Shape;681;g3ea006e99dc_0_1305:notes"/>
          <p:cNvSpPr txBox="1"/>
          <p:nvPr>
            <p:ph idx="1" type="body"/>
          </p:nvPr>
        </p:nvSpPr>
        <p:spPr>
          <a:xfrm>
            <a:off x="686120" y="4343442"/>
            <a:ext cx="5485500" cy="4114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2" name="Google Shape;682;g3ea006e99dc_0_1305:notes"/>
          <p:cNvSpPr txBox="1"/>
          <p:nvPr>
            <p:ph idx="12" type="sldNum"/>
          </p:nvPr>
        </p:nvSpPr>
        <p:spPr>
          <a:xfrm>
            <a:off x="3884814" y="8685424"/>
            <a:ext cx="2971500" cy="456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ja"/>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3ea006e99dc_0_1313:notes"/>
          <p:cNvSpPr/>
          <p:nvPr>
            <p:ph idx="2" type="sldImg"/>
          </p:nvPr>
        </p:nvSpPr>
        <p:spPr>
          <a:xfrm>
            <a:off x="92736" y="686422"/>
            <a:ext cx="6672900" cy="3427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0" name="Google Shape;690;g3ea006e99dc_0_1313:notes"/>
          <p:cNvSpPr txBox="1"/>
          <p:nvPr>
            <p:ph idx="1" type="body"/>
          </p:nvPr>
        </p:nvSpPr>
        <p:spPr>
          <a:xfrm>
            <a:off x="686120" y="4343442"/>
            <a:ext cx="5485500" cy="4114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g3ea006e99dc_0_1313:notes"/>
          <p:cNvSpPr txBox="1"/>
          <p:nvPr>
            <p:ph idx="12" type="sldNum"/>
          </p:nvPr>
        </p:nvSpPr>
        <p:spPr>
          <a:xfrm>
            <a:off x="3884814" y="8685424"/>
            <a:ext cx="2971500" cy="456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ja"/>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g3ea006e99dc_0_1321:notes"/>
          <p:cNvSpPr/>
          <p:nvPr>
            <p:ph idx="2" type="sldImg"/>
          </p:nvPr>
        </p:nvSpPr>
        <p:spPr>
          <a:xfrm>
            <a:off x="92736" y="686422"/>
            <a:ext cx="6672900" cy="3427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9" name="Google Shape;699;g3ea006e99dc_0_1321:notes"/>
          <p:cNvSpPr txBox="1"/>
          <p:nvPr>
            <p:ph idx="1" type="body"/>
          </p:nvPr>
        </p:nvSpPr>
        <p:spPr>
          <a:xfrm>
            <a:off x="686120" y="4343442"/>
            <a:ext cx="5485500" cy="4114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0" name="Google Shape;700;g3ea006e99dc_0_1321:notes"/>
          <p:cNvSpPr txBox="1"/>
          <p:nvPr>
            <p:ph idx="12" type="sldNum"/>
          </p:nvPr>
        </p:nvSpPr>
        <p:spPr>
          <a:xfrm>
            <a:off x="3884814" y="8685424"/>
            <a:ext cx="2971500" cy="456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ja"/>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g3ea006e99dc_0_1346:notes"/>
          <p:cNvSpPr/>
          <p:nvPr>
            <p:ph idx="2" type="sldImg"/>
          </p:nvPr>
        </p:nvSpPr>
        <p:spPr>
          <a:xfrm>
            <a:off x="92736" y="686422"/>
            <a:ext cx="6672900" cy="3427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5" name="Google Shape;725;g3ea006e99dc_0_1346:notes"/>
          <p:cNvSpPr txBox="1"/>
          <p:nvPr>
            <p:ph idx="1" type="body"/>
          </p:nvPr>
        </p:nvSpPr>
        <p:spPr>
          <a:xfrm>
            <a:off x="686120" y="4343442"/>
            <a:ext cx="5485500" cy="4114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6" name="Google Shape;726;g3ea006e99dc_0_1346:notes"/>
          <p:cNvSpPr txBox="1"/>
          <p:nvPr>
            <p:ph idx="12" type="sldNum"/>
          </p:nvPr>
        </p:nvSpPr>
        <p:spPr>
          <a:xfrm>
            <a:off x="3884814" y="8685424"/>
            <a:ext cx="2971500" cy="456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ja"/>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g3ea006e99dc_0_1361:notes"/>
          <p:cNvSpPr/>
          <p:nvPr>
            <p:ph idx="2" type="sldImg"/>
          </p:nvPr>
        </p:nvSpPr>
        <p:spPr>
          <a:xfrm>
            <a:off x="92736" y="686422"/>
            <a:ext cx="6672900" cy="3427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1" name="Google Shape;741;g3ea006e99dc_0_1361:notes"/>
          <p:cNvSpPr txBox="1"/>
          <p:nvPr>
            <p:ph idx="1" type="body"/>
          </p:nvPr>
        </p:nvSpPr>
        <p:spPr>
          <a:xfrm>
            <a:off x="686120" y="4343442"/>
            <a:ext cx="5485500" cy="4114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2" name="Google Shape;742;g3ea006e99dc_0_1361:notes"/>
          <p:cNvSpPr txBox="1"/>
          <p:nvPr>
            <p:ph idx="12" type="sldNum"/>
          </p:nvPr>
        </p:nvSpPr>
        <p:spPr>
          <a:xfrm>
            <a:off x="3884814" y="8685424"/>
            <a:ext cx="2971500" cy="456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ja"/>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g3ea006e99dc_0_1385:notes"/>
          <p:cNvSpPr/>
          <p:nvPr>
            <p:ph idx="2" type="sldImg"/>
          </p:nvPr>
        </p:nvSpPr>
        <p:spPr>
          <a:xfrm>
            <a:off x="92736" y="686422"/>
            <a:ext cx="6672900" cy="3427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6" name="Google Shape;766;g3ea006e99dc_0_1385:notes"/>
          <p:cNvSpPr txBox="1"/>
          <p:nvPr>
            <p:ph idx="1" type="body"/>
          </p:nvPr>
        </p:nvSpPr>
        <p:spPr>
          <a:xfrm>
            <a:off x="686120" y="4343442"/>
            <a:ext cx="5485500" cy="4114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7" name="Google Shape;767;g3ea006e99dc_0_1385:notes"/>
          <p:cNvSpPr txBox="1"/>
          <p:nvPr>
            <p:ph idx="12" type="sldNum"/>
          </p:nvPr>
        </p:nvSpPr>
        <p:spPr>
          <a:xfrm>
            <a:off x="3884814" y="8685424"/>
            <a:ext cx="2971500" cy="456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ja"/>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g3ea006e99dc_0_1394:notes"/>
          <p:cNvSpPr/>
          <p:nvPr>
            <p:ph idx="2" type="sldImg"/>
          </p:nvPr>
        </p:nvSpPr>
        <p:spPr>
          <a:xfrm>
            <a:off x="92736" y="686422"/>
            <a:ext cx="6672900" cy="3427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6" name="Google Shape;776;g3ea006e99dc_0_1394:notes"/>
          <p:cNvSpPr txBox="1"/>
          <p:nvPr>
            <p:ph idx="1" type="body"/>
          </p:nvPr>
        </p:nvSpPr>
        <p:spPr>
          <a:xfrm>
            <a:off x="686120" y="4343442"/>
            <a:ext cx="5485500" cy="4114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7" name="Google Shape;777;g3ea006e99dc_0_1394:notes"/>
          <p:cNvSpPr txBox="1"/>
          <p:nvPr>
            <p:ph idx="12" type="sldNum"/>
          </p:nvPr>
        </p:nvSpPr>
        <p:spPr>
          <a:xfrm>
            <a:off x="3884814" y="8685424"/>
            <a:ext cx="2971500" cy="456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ja"/>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g3ea006e99dc_0_1404:notes"/>
          <p:cNvSpPr/>
          <p:nvPr>
            <p:ph idx="2" type="sldImg"/>
          </p:nvPr>
        </p:nvSpPr>
        <p:spPr>
          <a:xfrm>
            <a:off x="92736" y="686422"/>
            <a:ext cx="6672900" cy="3427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7" name="Google Shape;787;g3ea006e99dc_0_1404:notes"/>
          <p:cNvSpPr txBox="1"/>
          <p:nvPr>
            <p:ph idx="1" type="body"/>
          </p:nvPr>
        </p:nvSpPr>
        <p:spPr>
          <a:xfrm>
            <a:off x="686120" y="4343442"/>
            <a:ext cx="5485500" cy="4114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8" name="Google Shape;788;g3ea006e99dc_0_1404:notes"/>
          <p:cNvSpPr txBox="1"/>
          <p:nvPr>
            <p:ph idx="12" type="sldNum"/>
          </p:nvPr>
        </p:nvSpPr>
        <p:spPr>
          <a:xfrm>
            <a:off x="3884814" y="8685424"/>
            <a:ext cx="2971500" cy="456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ja"/>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g3ea006e99dc_0_1414:notes"/>
          <p:cNvSpPr/>
          <p:nvPr>
            <p:ph idx="2" type="sldImg"/>
          </p:nvPr>
        </p:nvSpPr>
        <p:spPr>
          <a:xfrm>
            <a:off x="92736" y="686422"/>
            <a:ext cx="6672900" cy="3427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8" name="Google Shape;798;g3ea006e99dc_0_1414:notes"/>
          <p:cNvSpPr txBox="1"/>
          <p:nvPr>
            <p:ph idx="1" type="body"/>
          </p:nvPr>
        </p:nvSpPr>
        <p:spPr>
          <a:xfrm>
            <a:off x="686120" y="4343442"/>
            <a:ext cx="5485500" cy="4114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9" name="Google Shape;799;g3ea006e99dc_0_1414:notes"/>
          <p:cNvSpPr txBox="1"/>
          <p:nvPr>
            <p:ph idx="12" type="sldNum"/>
          </p:nvPr>
        </p:nvSpPr>
        <p:spPr>
          <a:xfrm>
            <a:off x="3884814" y="8685424"/>
            <a:ext cx="2971500" cy="456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ja"/>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g3ea006e99dc_0_1421:notes"/>
          <p:cNvSpPr/>
          <p:nvPr>
            <p:ph idx="2" type="sldImg"/>
          </p:nvPr>
        </p:nvSpPr>
        <p:spPr>
          <a:xfrm>
            <a:off x="92736" y="686422"/>
            <a:ext cx="6672900" cy="3427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6" name="Google Shape;806;g3ea006e99dc_0_1421:notes"/>
          <p:cNvSpPr txBox="1"/>
          <p:nvPr>
            <p:ph idx="1" type="body"/>
          </p:nvPr>
        </p:nvSpPr>
        <p:spPr>
          <a:xfrm>
            <a:off x="686120" y="4343442"/>
            <a:ext cx="5485500" cy="4114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7" name="Google Shape;807;g3ea006e99dc_0_1421:notes"/>
          <p:cNvSpPr txBox="1"/>
          <p:nvPr>
            <p:ph idx="12" type="sldNum"/>
          </p:nvPr>
        </p:nvSpPr>
        <p:spPr>
          <a:xfrm>
            <a:off x="3884814" y="8685424"/>
            <a:ext cx="2971500" cy="456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ja"/>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g3ea006e99dc_0_1428:notes"/>
          <p:cNvSpPr/>
          <p:nvPr>
            <p:ph idx="2" type="sldImg"/>
          </p:nvPr>
        </p:nvSpPr>
        <p:spPr>
          <a:xfrm>
            <a:off x="92736" y="686422"/>
            <a:ext cx="6672900" cy="3427800"/>
          </a:xfrm>
          <a:custGeom>
            <a:rect b="b" l="l" r="r" t="t"/>
            <a:pathLst>
              <a:path extrusionOk="0" h="120000" w="120000">
                <a:moveTo>
                  <a:pt x="0" y="0"/>
                </a:moveTo>
                <a:lnTo>
                  <a:pt x="120000" y="0"/>
                </a:lnTo>
                <a:lnTo>
                  <a:pt x="120000" y="120000"/>
                </a:lnTo>
                <a:lnTo>
                  <a:pt x="0" y="120000"/>
                </a:lnTo>
                <a:close/>
              </a:path>
            </a:pathLst>
          </a:custGeom>
        </p:spPr>
      </p:sp>
      <p:sp>
        <p:nvSpPr>
          <p:cNvPr id="814" name="Google Shape;814;g3ea006e99dc_0_1428:notes"/>
          <p:cNvSpPr txBox="1"/>
          <p:nvPr>
            <p:ph idx="1" type="body"/>
          </p:nvPr>
        </p:nvSpPr>
        <p:spPr>
          <a:xfrm>
            <a:off x="686120" y="4343442"/>
            <a:ext cx="5485500" cy="411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g3ea006e99dc_0_1428:notes"/>
          <p:cNvSpPr txBox="1"/>
          <p:nvPr>
            <p:ph idx="12" type="sldNum"/>
          </p:nvPr>
        </p:nvSpPr>
        <p:spPr>
          <a:xfrm>
            <a:off x="3884814" y="8685424"/>
            <a:ext cx="2971500" cy="45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fld id="{00000000-1234-1234-1234-123412341234}" type="slidenum">
              <a:rPr lang="ja"/>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箇条書きタイプ１">
  <p:cSld name="文字入力スペース">
    <p:spTree>
      <p:nvGrpSpPr>
        <p:cNvPr id="54" name="Shape 54"/>
        <p:cNvGrpSpPr/>
        <p:nvPr/>
      </p:nvGrpSpPr>
      <p:grpSpPr>
        <a:xfrm>
          <a:off x="0" y="0"/>
          <a:ext cx="0" cy="0"/>
          <a:chOff x="0" y="0"/>
          <a:chExt cx="0" cy="0"/>
        </a:xfrm>
      </p:grpSpPr>
      <p:sp>
        <p:nvSpPr>
          <p:cNvPr id="55" name="Google Shape;55;p14"/>
          <p:cNvSpPr txBox="1"/>
          <p:nvPr>
            <p:ph type="title"/>
          </p:nvPr>
        </p:nvSpPr>
        <p:spPr>
          <a:xfrm>
            <a:off x="467544" y="87474"/>
            <a:ext cx="8229600" cy="378000"/>
          </a:xfrm>
          <a:prstGeom prst="rect">
            <a:avLst/>
          </a:prstGeom>
          <a:noFill/>
          <a:ln>
            <a:noFill/>
          </a:ln>
        </p:spPr>
        <p:txBody>
          <a:bodyPr anchorCtr="0" anchor="t" bIns="45700" lIns="91425" spcFirstLastPara="1" rIns="91425" wrap="square" tIns="45700">
            <a:noAutofit/>
          </a:bodyPr>
          <a:lstStyle>
            <a:lvl1pPr lvl="0" marR="0" algn="ctr">
              <a:lnSpc>
                <a:spcPct val="100000"/>
              </a:lnSpc>
              <a:spcBef>
                <a:spcPts val="0"/>
              </a:spcBef>
              <a:spcAft>
                <a:spcPts val="0"/>
              </a:spcAft>
              <a:buClr>
                <a:schemeClr val="dk1"/>
              </a:buClr>
              <a:buSzPts val="3000"/>
              <a:buFont typeface="Calibri"/>
              <a:buNone/>
              <a:defRPr b="0" i="0" sz="3000" u="none" cap="none" strike="noStrike">
                <a:solidFill>
                  <a:schemeClr val="dk1"/>
                </a:solidFill>
                <a:latin typeface="Calibri"/>
                <a:ea typeface="Calibri"/>
                <a:cs typeface="Calibri"/>
                <a:sym typeface="Calibri"/>
              </a:defRPr>
            </a:lvl1pPr>
            <a:lvl2pPr lvl="1" marR="0" algn="l">
              <a:lnSpc>
                <a:spcPct val="100000"/>
              </a:lnSpc>
              <a:spcBef>
                <a:spcPts val="0"/>
              </a:spcBef>
              <a:spcAft>
                <a:spcPts val="0"/>
              </a:spcAft>
              <a:buClr>
                <a:srgbClr val="000000"/>
              </a:buClr>
              <a:buSzPts val="3000"/>
              <a:buFont typeface="Arial"/>
              <a:buNone/>
              <a:defRPr b="0" i="0" sz="30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3000"/>
              <a:buFont typeface="Arial"/>
              <a:buNone/>
              <a:defRPr b="0" i="0" sz="30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3000"/>
              <a:buFont typeface="Arial"/>
              <a:buNone/>
              <a:defRPr b="0" i="0" sz="30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3000"/>
              <a:buFont typeface="Arial"/>
              <a:buNone/>
              <a:defRPr b="0" i="0" sz="30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3000"/>
              <a:buFont typeface="Arial"/>
              <a:buNone/>
              <a:defRPr b="0" i="0" sz="30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3000"/>
              <a:buFont typeface="Arial"/>
              <a:buNone/>
              <a:defRPr b="0" i="0" sz="30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3000"/>
              <a:buFont typeface="Arial"/>
              <a:buNone/>
              <a:defRPr b="0" i="0" sz="30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3000"/>
              <a:buFont typeface="Arial"/>
              <a:buNone/>
              <a:defRPr b="0" i="0" sz="3000" u="none" cap="none" strike="noStrike">
                <a:solidFill>
                  <a:srgbClr val="000000"/>
                </a:solidFill>
                <a:latin typeface="Arial"/>
                <a:ea typeface="Arial"/>
                <a:cs typeface="Arial"/>
                <a:sym typeface="Arial"/>
              </a:defRPr>
            </a:lvl9pPr>
          </a:lstStyle>
          <a:p/>
        </p:txBody>
      </p:sp>
      <p:sp>
        <p:nvSpPr>
          <p:cNvPr id="56" name="Google Shape;56;p14"/>
          <p:cNvSpPr txBox="1"/>
          <p:nvPr/>
        </p:nvSpPr>
        <p:spPr>
          <a:xfrm>
            <a:off x="755576" y="2409732"/>
            <a:ext cx="8229600" cy="1674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Calibri"/>
              <a:buNone/>
            </a:pPr>
            <a:r>
              <a:t/>
            </a:r>
            <a:endParaRPr b="0" i="0" sz="4400" u="none" cap="none" strike="noStrike">
              <a:solidFill>
                <a:schemeClr val="dk1"/>
              </a:solidFill>
              <a:latin typeface="Calibri"/>
              <a:ea typeface="Calibri"/>
              <a:cs typeface="Calibri"/>
              <a:sym typeface="Calibri"/>
            </a:endParaRPr>
          </a:p>
        </p:txBody>
      </p:sp>
      <p:sp>
        <p:nvSpPr>
          <p:cNvPr id="57" name="Google Shape;57;p14"/>
          <p:cNvSpPr txBox="1"/>
          <p:nvPr/>
        </p:nvSpPr>
        <p:spPr>
          <a:xfrm>
            <a:off x="467544" y="2571750"/>
            <a:ext cx="8229600" cy="8574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Calibri"/>
              <a:buNone/>
            </a:pPr>
            <a:r>
              <a:t/>
            </a:r>
            <a:endParaRPr b="0" i="0" sz="4400" u="none" cap="none" strike="noStrike">
              <a:solidFill>
                <a:schemeClr val="dk1"/>
              </a:solidFill>
              <a:latin typeface="Calibri"/>
              <a:ea typeface="Calibri"/>
              <a:cs typeface="Calibri"/>
              <a:sym typeface="Calibri"/>
            </a:endParaRPr>
          </a:p>
        </p:txBody>
      </p:sp>
      <p:sp>
        <p:nvSpPr>
          <p:cNvPr id="58" name="Google Shape;58;p14"/>
          <p:cNvSpPr txBox="1"/>
          <p:nvPr/>
        </p:nvSpPr>
        <p:spPr>
          <a:xfrm>
            <a:off x="539552" y="2301720"/>
            <a:ext cx="8229600" cy="8574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Calibri"/>
              <a:buNone/>
            </a:pPr>
            <a:r>
              <a:t/>
            </a:r>
            <a:endParaRPr b="0" i="0" sz="4400" u="none" cap="none" strike="noStrike">
              <a:solidFill>
                <a:schemeClr val="dk1"/>
              </a:solidFill>
              <a:latin typeface="Calibri"/>
              <a:ea typeface="Calibri"/>
              <a:cs typeface="Calibri"/>
              <a:sym typeface="Calibri"/>
            </a:endParaRPr>
          </a:p>
        </p:txBody>
      </p:sp>
      <p:sp>
        <p:nvSpPr>
          <p:cNvPr id="59" name="Google Shape;59;p14"/>
          <p:cNvSpPr txBox="1"/>
          <p:nvPr>
            <p:ph idx="1" type="body"/>
          </p:nvPr>
        </p:nvSpPr>
        <p:spPr>
          <a:xfrm>
            <a:off x="467544" y="699542"/>
            <a:ext cx="8229600" cy="3744300"/>
          </a:xfrm>
          <a:prstGeom prst="rect">
            <a:avLst/>
          </a:prstGeom>
          <a:noFill/>
          <a:ln>
            <a:noFill/>
          </a:ln>
        </p:spPr>
        <p:txBody>
          <a:bodyPr anchorCtr="0" anchor="t" bIns="45700" lIns="91425" spcFirstLastPara="1" rIns="91425" wrap="square" tIns="45700">
            <a:noAutofit/>
          </a:bodyPr>
          <a:lstStyle>
            <a:lvl1pPr indent="-381000" lvl="0" marL="457200" marR="0" algn="l">
              <a:lnSpc>
                <a:spcPct val="100000"/>
              </a:lnSpc>
              <a:spcBef>
                <a:spcPts val="56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42900" lvl="1" marL="914400" marR="0" algn="l">
              <a:lnSpc>
                <a:spcPct val="100000"/>
              </a:lnSpc>
              <a:spcBef>
                <a:spcPts val="5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17500" lvl="2" marL="1371600" marR="0" algn="l">
              <a:lnSpc>
                <a:spcPct val="100000"/>
              </a:lnSpc>
              <a:spcBef>
                <a:spcPts val="48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3pPr>
            <a:lvl4pPr indent="-304800" lvl="3" marL="1828800" marR="0" algn="l">
              <a:lnSpc>
                <a:spcPct val="100000"/>
              </a:lnSpc>
              <a:spcBef>
                <a:spcPts val="40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4pPr>
            <a:lvl5pPr indent="-355600" lvl="4" marL="22860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0" name="Google Shape;60;p14"/>
          <p:cNvSpPr txBox="1"/>
          <p:nvPr>
            <p:ph idx="12" type="sldNum"/>
          </p:nvPr>
        </p:nvSpPr>
        <p:spPr>
          <a:xfrm>
            <a:off x="8568700" y="4846088"/>
            <a:ext cx="575400" cy="378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チャプチャータイトル">
  <p:cSld name="CUSTOM">
    <p:spTree>
      <p:nvGrpSpPr>
        <p:cNvPr id="61" name="Shape 61"/>
        <p:cNvGrpSpPr/>
        <p:nvPr/>
      </p:nvGrpSpPr>
      <p:grpSpPr>
        <a:xfrm>
          <a:off x="0" y="0"/>
          <a:ext cx="0" cy="0"/>
          <a:chOff x="0" y="0"/>
          <a:chExt cx="0" cy="0"/>
        </a:xfrm>
      </p:grpSpPr>
      <p:sp>
        <p:nvSpPr>
          <p:cNvPr id="62" name="Google Shape;62;p15"/>
          <p:cNvSpPr txBox="1"/>
          <p:nvPr>
            <p:ph type="title"/>
          </p:nvPr>
        </p:nvSpPr>
        <p:spPr>
          <a:xfrm>
            <a:off x="457200" y="1619425"/>
            <a:ext cx="8229600" cy="14853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000000"/>
              </a:buClr>
              <a:buSzPts val="3000"/>
              <a:buFont typeface="Arial"/>
              <a:buNone/>
              <a:defRPr b="0" i="0" sz="30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4800"/>
              <a:buFont typeface="Arial"/>
              <a:buNone/>
              <a:defRPr b="0" i="0" sz="4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4800"/>
              <a:buFont typeface="Arial"/>
              <a:buNone/>
              <a:defRPr b="0" i="0" sz="4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4800"/>
              <a:buFont typeface="Arial"/>
              <a:buNone/>
              <a:defRPr b="0" i="0" sz="4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4800"/>
              <a:buFont typeface="Arial"/>
              <a:buNone/>
              <a:defRPr b="0" i="0" sz="4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4800"/>
              <a:buFont typeface="Arial"/>
              <a:buNone/>
              <a:defRPr b="0" i="0" sz="4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4800"/>
              <a:buFont typeface="Arial"/>
              <a:buNone/>
              <a:defRPr b="0" i="0" sz="4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4800"/>
              <a:buFont typeface="Arial"/>
              <a:buNone/>
              <a:defRPr b="0" i="0" sz="4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4800"/>
              <a:buFont typeface="Arial"/>
              <a:buNone/>
              <a:defRPr b="0" i="0" sz="4800" u="none" cap="none" strike="noStrike">
                <a:solidFill>
                  <a:srgbClr val="000000"/>
                </a:solidFill>
                <a:latin typeface="Arial"/>
                <a:ea typeface="Arial"/>
                <a:cs typeface="Arial"/>
                <a:sym typeface="Arial"/>
              </a:defRPr>
            </a:lvl9pPr>
          </a:lstStyle>
          <a:p/>
        </p:txBody>
      </p:sp>
      <p:sp>
        <p:nvSpPr>
          <p:cNvPr id="63" name="Google Shape;63;p15"/>
          <p:cNvSpPr txBox="1"/>
          <p:nvPr>
            <p:ph idx="12" type="sldNum"/>
          </p:nvPr>
        </p:nvSpPr>
        <p:spPr>
          <a:xfrm>
            <a:off x="8556784" y="4843769"/>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4" name="Shape 64"/>
        <p:cNvGrpSpPr/>
        <p:nvPr/>
      </p:nvGrpSpPr>
      <p:grpSpPr>
        <a:xfrm>
          <a:off x="0" y="0"/>
          <a:ext cx="0" cy="0"/>
          <a:chOff x="0" y="0"/>
          <a:chExt cx="0" cy="0"/>
        </a:xfrm>
      </p:grpSpPr>
      <p:sp>
        <p:nvSpPr>
          <p:cNvPr id="65" name="Google Shape;65;p16"/>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9pPr>
          </a:lstStyle>
          <a:p/>
        </p:txBody>
      </p:sp>
      <p:sp>
        <p:nvSpPr>
          <p:cNvPr id="66" name="Google Shape;66;p16"/>
          <p:cNvSpPr txBox="1"/>
          <p:nvPr>
            <p:ph idx="1" type="body"/>
          </p:nvPr>
        </p:nvSpPr>
        <p:spPr>
          <a:xfrm>
            <a:off x="311700" y="1152475"/>
            <a:ext cx="8520600" cy="3416400"/>
          </a:xfrm>
          <a:prstGeom prst="rect">
            <a:avLst/>
          </a:prstGeom>
          <a:noFill/>
          <a:ln>
            <a:noFill/>
          </a:ln>
        </p:spPr>
        <p:txBody>
          <a:bodyPr anchorCtr="0" anchor="ctr" bIns="91425" lIns="91425" spcFirstLastPara="1" rIns="91425" wrap="square" tIns="91425">
            <a:noAutofit/>
          </a:bodyPr>
          <a:lstStyle>
            <a:lvl1pPr indent="-317500" lvl="0" marL="45720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1pPr>
            <a:lvl2pPr indent="-317500" lvl="1" marL="91440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2pPr>
            <a:lvl3pPr indent="-317500" lvl="2" marL="137160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3pPr>
            <a:lvl4pPr indent="-317500" lvl="3" marL="182880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4pPr>
            <a:lvl5pPr indent="-317500" lvl="4" marL="228600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5pPr>
            <a:lvl6pPr indent="-317500" lvl="5" marL="274320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6pPr>
            <a:lvl7pPr indent="-317500" lvl="6" marL="320040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7pPr>
            <a:lvl8pPr indent="-317500" lvl="7" marL="365760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8pPr>
            <a:lvl9pPr indent="-317500" lvl="8" marL="411480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9pPr>
          </a:lstStyle>
          <a:p/>
        </p:txBody>
      </p:sp>
      <p:sp>
        <p:nvSpPr>
          <p:cNvPr id="67" name="Google Shape;67;p16"/>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4.jp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nvSpPr>
        <p:spPr>
          <a:xfrm>
            <a:off x="1907704" y="1059582"/>
            <a:ext cx="4968600" cy="1754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52" name="Google Shape;52;p13"/>
          <p:cNvPicPr preferRelativeResize="0"/>
          <p:nvPr/>
        </p:nvPicPr>
        <p:blipFill rotWithShape="1">
          <a:blip r:embed="rId1">
            <a:alphaModFix/>
          </a:blip>
          <a:srcRect b="0" l="0" r="0" t="0"/>
          <a:stretch/>
        </p:blipFill>
        <p:spPr>
          <a:xfrm>
            <a:off x="8244408" y="4469204"/>
            <a:ext cx="676256" cy="505722"/>
          </a:xfrm>
          <a:prstGeom prst="rect">
            <a:avLst/>
          </a:prstGeom>
          <a:noFill/>
          <a:ln>
            <a:noFill/>
          </a:ln>
        </p:spPr>
      </p:pic>
      <p:sp>
        <p:nvSpPr>
          <p:cNvPr id="53" name="Google Shape;53;p1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6.jp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4.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7.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hyperlink" Target="http://code.compartmental.net/minim/" TargetMode="Externa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hyperlink" Target="http://minimpython.blogspot.com/" TargetMode="Externa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hyperlink" Target="https://drive.google.com/file/d/1OVuJIPl9i2ybL_YU0ndGf-fTl9Afv7qp/view?usp=drive_link" TargetMode="External"/><Relationship Id="rId4" Type="http://schemas.openxmlformats.org/officeDocument/2006/relationships/image" Target="../media/image11.png"/><Relationship Id="rId5" Type="http://schemas.openxmlformats.org/officeDocument/2006/relationships/hyperlink" Target="https://drive.google.com/open?id=14hwZ669BYFi5U43L5A9muzLoROC0TtCH&amp;usp=drive_fs"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3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9.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9.png"/><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image" Target="../media/image2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23.png"/><Relationship Id="rId4" Type="http://schemas.openxmlformats.org/officeDocument/2006/relationships/image" Target="../media/image22.png"/><Relationship Id="rId5" Type="http://schemas.openxmlformats.org/officeDocument/2006/relationships/image" Target="../media/image2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 Id="rId3" Type="http://schemas.openxmlformats.org/officeDocument/2006/relationships/image" Target="../media/image2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 Id="rId3" Type="http://schemas.openxmlformats.org/officeDocument/2006/relationships/image" Target="../media/image2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xml"/><Relationship Id="rId3" Type="http://schemas.openxmlformats.org/officeDocument/2006/relationships/image" Target="../media/image3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 Id="rId3" Type="http://schemas.openxmlformats.org/officeDocument/2006/relationships/image" Target="../media/image2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 Id="rId3" Type="http://schemas.openxmlformats.org/officeDocument/2006/relationships/image" Target="../media/image2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 Id="rId3" Type="http://schemas.openxmlformats.org/officeDocument/2006/relationships/image" Target="../media/image25.png"/><Relationship Id="rId4" Type="http://schemas.openxmlformats.org/officeDocument/2006/relationships/hyperlink" Target="https://ja.wikipedia.org/wiki/%E8%89%B2%E7%9B%B8"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 Id="rId3" Type="http://schemas.openxmlformats.org/officeDocument/2006/relationships/image" Target="../media/image2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5.xml"/><Relationship Id="rId3" Type="http://schemas.openxmlformats.org/officeDocument/2006/relationships/image" Target="../media/image18.png"/><Relationship Id="rId4" Type="http://schemas.openxmlformats.org/officeDocument/2006/relationships/image" Target="../media/image3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 Id="rId3" Type="http://schemas.openxmlformats.org/officeDocument/2006/relationships/image" Target="../media/image3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 Id="rId3" Type="http://schemas.openxmlformats.org/officeDocument/2006/relationships/hyperlink" Target="https://drive.google.com/open?id=14jzTa8jgFoSRdmu-6v-KxX0IRrn81w7G&amp;usp=drive_fs" TargetMode="External"/><Relationship Id="rId4" Type="http://schemas.openxmlformats.org/officeDocument/2006/relationships/image" Target="../media/image2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7"/>
          <p:cNvSpPr txBox="1"/>
          <p:nvPr>
            <p:ph type="title"/>
          </p:nvPr>
        </p:nvSpPr>
        <p:spPr>
          <a:xfrm>
            <a:off x="457200" y="1349521"/>
            <a:ext cx="8229600" cy="1237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ja"/>
              <a:t>音とは？</a:t>
            </a:r>
            <a:endParaRPr/>
          </a:p>
          <a:p>
            <a:pPr indent="0" lvl="0" marL="0" rtl="0" algn="l">
              <a:lnSpc>
                <a:spcPct val="100000"/>
              </a:lnSpc>
              <a:spcBef>
                <a:spcPts val="0"/>
              </a:spcBef>
              <a:spcAft>
                <a:spcPts val="0"/>
              </a:spcAft>
              <a:buSzPts val="3000"/>
              <a:buNone/>
            </a:pPr>
            <a:r>
              <a:t/>
            </a:r>
            <a:endParaRPr/>
          </a:p>
          <a:p>
            <a:pPr indent="0" lvl="0" marL="0" rtl="0" algn="l">
              <a:lnSpc>
                <a:spcPct val="100000"/>
              </a:lnSpc>
              <a:spcBef>
                <a:spcPts val="0"/>
              </a:spcBef>
              <a:spcAft>
                <a:spcPts val="0"/>
              </a:spcAft>
              <a:buSzPts val="3000"/>
              <a:buNone/>
            </a:pPr>
            <a:r>
              <a:rPr lang="ja"/>
              <a:t>音をコンピュータで扱うためには？</a:t>
            </a:r>
            <a:endParaRPr/>
          </a:p>
        </p:txBody>
      </p:sp>
      <p:sp>
        <p:nvSpPr>
          <p:cNvPr id="74" name="Google Shape;74;p17"/>
          <p:cNvSpPr txBox="1"/>
          <p:nvPr>
            <p:ph idx="12" type="sldNum"/>
          </p:nvPr>
        </p:nvSpPr>
        <p:spPr>
          <a:xfrm>
            <a:off x="8556784" y="4036474"/>
            <a:ext cx="548700" cy="328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ja"/>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8"/>
          <p:cNvSpPr txBox="1"/>
          <p:nvPr>
            <p:ph type="title"/>
          </p:nvPr>
        </p:nvSpPr>
        <p:spPr>
          <a:xfrm>
            <a:off x="467544" y="72895"/>
            <a:ext cx="8229600" cy="315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3000"/>
              <a:buNone/>
            </a:pPr>
            <a:r>
              <a:rPr lang="ja"/>
              <a:t>音とは</a:t>
            </a:r>
            <a:endParaRPr/>
          </a:p>
        </p:txBody>
      </p:sp>
      <p:sp>
        <p:nvSpPr>
          <p:cNvPr id="81" name="Google Shape;81;p18"/>
          <p:cNvSpPr txBox="1"/>
          <p:nvPr>
            <p:ph idx="1" type="body"/>
          </p:nvPr>
        </p:nvSpPr>
        <p:spPr>
          <a:xfrm>
            <a:off x="467550" y="699542"/>
            <a:ext cx="8229600" cy="1251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ja" sz="1800">
                <a:solidFill>
                  <a:srgbClr val="595959"/>
                </a:solidFill>
                <a:latin typeface="Arial"/>
                <a:ea typeface="Arial"/>
                <a:cs typeface="Arial"/>
                <a:sym typeface="Arial"/>
              </a:rPr>
              <a:t>空気中を伝わる波 = 音波</a:t>
            </a:r>
            <a:endParaRPr b="1" sz="1800">
              <a:solidFill>
                <a:srgbClr val="595959"/>
              </a:solidFill>
              <a:latin typeface="Arial"/>
              <a:ea typeface="Arial"/>
              <a:cs typeface="Arial"/>
              <a:sym typeface="Arial"/>
            </a:endParaRPr>
          </a:p>
          <a:p>
            <a:pPr indent="-342900" lvl="0" marL="457200" rtl="0" algn="l">
              <a:lnSpc>
                <a:spcPct val="115000"/>
              </a:lnSpc>
              <a:spcBef>
                <a:spcPts val="1600"/>
              </a:spcBef>
              <a:spcAft>
                <a:spcPts val="0"/>
              </a:spcAft>
              <a:buClr>
                <a:srgbClr val="595959"/>
              </a:buClr>
              <a:buSzPts val="1800"/>
              <a:buChar char="-"/>
            </a:pPr>
            <a:r>
              <a:rPr lang="ja" sz="1800">
                <a:solidFill>
                  <a:srgbClr val="595959"/>
                </a:solidFill>
                <a:latin typeface="Arial"/>
                <a:ea typeface="Arial"/>
                <a:cs typeface="Arial"/>
                <a:sym typeface="Arial"/>
              </a:rPr>
              <a:t>伝搬媒体：空気</a:t>
            </a:r>
            <a:endParaRPr sz="1800">
              <a:solidFill>
                <a:srgbClr val="595959"/>
              </a:solidFill>
              <a:latin typeface="Arial"/>
              <a:ea typeface="Arial"/>
              <a:cs typeface="Arial"/>
              <a:sym typeface="Arial"/>
            </a:endParaRPr>
          </a:p>
          <a:p>
            <a:pPr indent="-342900" lvl="0" marL="457200" rtl="0" algn="l">
              <a:lnSpc>
                <a:spcPct val="115000"/>
              </a:lnSpc>
              <a:spcBef>
                <a:spcPts val="0"/>
              </a:spcBef>
              <a:spcAft>
                <a:spcPts val="0"/>
              </a:spcAft>
              <a:buClr>
                <a:srgbClr val="595959"/>
              </a:buClr>
              <a:buSzPts val="1800"/>
              <a:buChar char="-"/>
            </a:pPr>
            <a:r>
              <a:rPr lang="ja" sz="1800">
                <a:solidFill>
                  <a:srgbClr val="595959"/>
                </a:solidFill>
                <a:latin typeface="Arial"/>
                <a:ea typeface="Arial"/>
                <a:cs typeface="Arial"/>
                <a:sym typeface="Arial"/>
              </a:rPr>
              <a:t>空気の密度の信号（疎密波）として伝搬</a:t>
            </a:r>
            <a:endParaRPr sz="1800">
              <a:solidFill>
                <a:srgbClr val="595959"/>
              </a:solidFill>
              <a:latin typeface="Arial"/>
              <a:ea typeface="Arial"/>
              <a:cs typeface="Arial"/>
              <a:sym typeface="Arial"/>
            </a:endParaRPr>
          </a:p>
          <a:p>
            <a:pPr indent="-317500" lvl="1" marL="914400" rtl="0" algn="l">
              <a:lnSpc>
                <a:spcPct val="115000"/>
              </a:lnSpc>
              <a:spcBef>
                <a:spcPts val="0"/>
              </a:spcBef>
              <a:spcAft>
                <a:spcPts val="0"/>
              </a:spcAft>
              <a:buClr>
                <a:srgbClr val="595959"/>
              </a:buClr>
              <a:buSzPts val="1400"/>
              <a:buChar char="-"/>
            </a:pPr>
            <a:r>
              <a:rPr lang="ja" sz="1400">
                <a:solidFill>
                  <a:srgbClr val="595959"/>
                </a:solidFill>
                <a:latin typeface="Arial"/>
                <a:ea typeface="Arial"/>
                <a:cs typeface="Arial"/>
                <a:sym typeface="Arial"/>
              </a:rPr>
              <a:t>疎密波とは密度の疎なところと密なところが交互に繰り返される波</a:t>
            </a:r>
            <a:endParaRPr/>
          </a:p>
        </p:txBody>
      </p:sp>
      <p:sp>
        <p:nvSpPr>
          <p:cNvPr id="82" name="Google Shape;82;p18"/>
          <p:cNvSpPr txBox="1"/>
          <p:nvPr>
            <p:ph idx="12" type="sldNum"/>
          </p:nvPr>
        </p:nvSpPr>
        <p:spPr>
          <a:xfrm>
            <a:off x="8568600" y="4828404"/>
            <a:ext cx="575400" cy="315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ja"/>
              <a:t>‹#›</a:t>
            </a:fld>
            <a:endParaRPr/>
          </a:p>
        </p:txBody>
      </p:sp>
      <p:cxnSp>
        <p:nvCxnSpPr>
          <p:cNvPr id="83" name="Google Shape;83;p18"/>
          <p:cNvCxnSpPr/>
          <p:nvPr/>
        </p:nvCxnSpPr>
        <p:spPr>
          <a:xfrm>
            <a:off x="2832275" y="1821394"/>
            <a:ext cx="0" cy="346500"/>
          </a:xfrm>
          <a:prstGeom prst="straightConnector1">
            <a:avLst/>
          </a:prstGeom>
          <a:noFill/>
          <a:ln cap="flat" cmpd="sng" w="28575">
            <a:solidFill>
              <a:srgbClr val="595959"/>
            </a:solidFill>
            <a:prstDash val="solid"/>
            <a:round/>
            <a:headEnd len="sm" w="sm" type="none"/>
            <a:tailEnd len="sm" w="sm" type="none"/>
          </a:ln>
        </p:spPr>
      </p:cxnSp>
      <p:cxnSp>
        <p:nvCxnSpPr>
          <p:cNvPr id="84" name="Google Shape;84;p18"/>
          <p:cNvCxnSpPr/>
          <p:nvPr/>
        </p:nvCxnSpPr>
        <p:spPr>
          <a:xfrm>
            <a:off x="3158475" y="1821394"/>
            <a:ext cx="0" cy="346500"/>
          </a:xfrm>
          <a:prstGeom prst="straightConnector1">
            <a:avLst/>
          </a:prstGeom>
          <a:noFill/>
          <a:ln cap="flat" cmpd="sng" w="28575">
            <a:solidFill>
              <a:srgbClr val="595959"/>
            </a:solidFill>
            <a:prstDash val="solid"/>
            <a:round/>
            <a:headEnd len="sm" w="sm" type="none"/>
            <a:tailEnd len="sm" w="sm" type="none"/>
          </a:ln>
        </p:spPr>
      </p:cxnSp>
      <p:cxnSp>
        <p:nvCxnSpPr>
          <p:cNvPr id="85" name="Google Shape;85;p18"/>
          <p:cNvCxnSpPr/>
          <p:nvPr/>
        </p:nvCxnSpPr>
        <p:spPr>
          <a:xfrm>
            <a:off x="3500975" y="1821394"/>
            <a:ext cx="0" cy="346500"/>
          </a:xfrm>
          <a:prstGeom prst="straightConnector1">
            <a:avLst/>
          </a:prstGeom>
          <a:noFill/>
          <a:ln cap="flat" cmpd="sng" w="28575">
            <a:solidFill>
              <a:srgbClr val="595959"/>
            </a:solidFill>
            <a:prstDash val="solid"/>
            <a:round/>
            <a:headEnd len="sm" w="sm" type="none"/>
            <a:tailEnd len="sm" w="sm" type="none"/>
          </a:ln>
        </p:spPr>
      </p:cxnSp>
      <p:cxnSp>
        <p:nvCxnSpPr>
          <p:cNvPr id="86" name="Google Shape;86;p18"/>
          <p:cNvCxnSpPr/>
          <p:nvPr/>
        </p:nvCxnSpPr>
        <p:spPr>
          <a:xfrm>
            <a:off x="3631650" y="1821394"/>
            <a:ext cx="0" cy="346500"/>
          </a:xfrm>
          <a:prstGeom prst="straightConnector1">
            <a:avLst/>
          </a:prstGeom>
          <a:noFill/>
          <a:ln cap="flat" cmpd="sng" w="28575">
            <a:solidFill>
              <a:srgbClr val="595959"/>
            </a:solidFill>
            <a:prstDash val="solid"/>
            <a:round/>
            <a:headEnd len="sm" w="sm" type="none"/>
            <a:tailEnd len="sm" w="sm" type="none"/>
          </a:ln>
        </p:spPr>
      </p:cxnSp>
      <p:cxnSp>
        <p:nvCxnSpPr>
          <p:cNvPr id="87" name="Google Shape;87;p18"/>
          <p:cNvCxnSpPr/>
          <p:nvPr/>
        </p:nvCxnSpPr>
        <p:spPr>
          <a:xfrm>
            <a:off x="3751475" y="1821394"/>
            <a:ext cx="0" cy="346500"/>
          </a:xfrm>
          <a:prstGeom prst="straightConnector1">
            <a:avLst/>
          </a:prstGeom>
          <a:noFill/>
          <a:ln cap="flat" cmpd="sng" w="28575">
            <a:solidFill>
              <a:srgbClr val="595959"/>
            </a:solidFill>
            <a:prstDash val="solid"/>
            <a:round/>
            <a:headEnd len="sm" w="sm" type="none"/>
            <a:tailEnd len="sm" w="sm" type="none"/>
          </a:ln>
        </p:spPr>
      </p:cxnSp>
      <p:cxnSp>
        <p:nvCxnSpPr>
          <p:cNvPr id="88" name="Google Shape;88;p18"/>
          <p:cNvCxnSpPr/>
          <p:nvPr/>
        </p:nvCxnSpPr>
        <p:spPr>
          <a:xfrm>
            <a:off x="3996200" y="1821394"/>
            <a:ext cx="0" cy="346500"/>
          </a:xfrm>
          <a:prstGeom prst="straightConnector1">
            <a:avLst/>
          </a:prstGeom>
          <a:noFill/>
          <a:ln cap="flat" cmpd="sng" w="28575">
            <a:solidFill>
              <a:srgbClr val="595959"/>
            </a:solidFill>
            <a:prstDash val="solid"/>
            <a:round/>
            <a:headEnd len="sm" w="sm" type="none"/>
            <a:tailEnd len="sm" w="sm" type="none"/>
          </a:ln>
        </p:spPr>
      </p:cxnSp>
      <p:cxnSp>
        <p:nvCxnSpPr>
          <p:cNvPr id="89" name="Google Shape;89;p18"/>
          <p:cNvCxnSpPr/>
          <p:nvPr/>
        </p:nvCxnSpPr>
        <p:spPr>
          <a:xfrm>
            <a:off x="4289675" y="1821394"/>
            <a:ext cx="0" cy="346500"/>
          </a:xfrm>
          <a:prstGeom prst="straightConnector1">
            <a:avLst/>
          </a:prstGeom>
          <a:noFill/>
          <a:ln cap="flat" cmpd="sng" w="28575">
            <a:solidFill>
              <a:srgbClr val="595959"/>
            </a:solidFill>
            <a:prstDash val="solid"/>
            <a:round/>
            <a:headEnd len="sm" w="sm" type="none"/>
            <a:tailEnd len="sm" w="sm" type="none"/>
          </a:ln>
        </p:spPr>
      </p:cxnSp>
      <p:cxnSp>
        <p:nvCxnSpPr>
          <p:cNvPr id="90" name="Google Shape;90;p18"/>
          <p:cNvCxnSpPr/>
          <p:nvPr/>
        </p:nvCxnSpPr>
        <p:spPr>
          <a:xfrm>
            <a:off x="4681175" y="1821394"/>
            <a:ext cx="0" cy="346500"/>
          </a:xfrm>
          <a:prstGeom prst="straightConnector1">
            <a:avLst/>
          </a:prstGeom>
          <a:noFill/>
          <a:ln cap="flat" cmpd="sng" w="28575">
            <a:solidFill>
              <a:srgbClr val="595959"/>
            </a:solidFill>
            <a:prstDash val="solid"/>
            <a:round/>
            <a:headEnd len="sm" w="sm" type="none"/>
            <a:tailEnd len="sm" w="sm" type="none"/>
          </a:ln>
        </p:spPr>
      </p:cxnSp>
      <p:cxnSp>
        <p:nvCxnSpPr>
          <p:cNvPr id="91" name="Google Shape;91;p18"/>
          <p:cNvCxnSpPr/>
          <p:nvPr/>
        </p:nvCxnSpPr>
        <p:spPr>
          <a:xfrm>
            <a:off x="4993675" y="1821394"/>
            <a:ext cx="0" cy="346500"/>
          </a:xfrm>
          <a:prstGeom prst="straightConnector1">
            <a:avLst/>
          </a:prstGeom>
          <a:noFill/>
          <a:ln cap="flat" cmpd="sng" w="28575">
            <a:solidFill>
              <a:srgbClr val="595959"/>
            </a:solidFill>
            <a:prstDash val="solid"/>
            <a:round/>
            <a:headEnd len="sm" w="sm" type="none"/>
            <a:tailEnd len="sm" w="sm" type="none"/>
          </a:ln>
        </p:spPr>
      </p:cxnSp>
      <p:cxnSp>
        <p:nvCxnSpPr>
          <p:cNvPr id="92" name="Google Shape;92;p18"/>
          <p:cNvCxnSpPr/>
          <p:nvPr/>
        </p:nvCxnSpPr>
        <p:spPr>
          <a:xfrm>
            <a:off x="5325250" y="1821394"/>
            <a:ext cx="0" cy="346500"/>
          </a:xfrm>
          <a:prstGeom prst="straightConnector1">
            <a:avLst/>
          </a:prstGeom>
          <a:noFill/>
          <a:ln cap="flat" cmpd="sng" w="28575">
            <a:solidFill>
              <a:srgbClr val="595959"/>
            </a:solidFill>
            <a:prstDash val="solid"/>
            <a:round/>
            <a:headEnd len="sm" w="sm" type="none"/>
            <a:tailEnd len="sm" w="sm" type="none"/>
          </a:ln>
        </p:spPr>
      </p:cxnSp>
      <p:cxnSp>
        <p:nvCxnSpPr>
          <p:cNvPr id="93" name="Google Shape;93;p18"/>
          <p:cNvCxnSpPr/>
          <p:nvPr/>
        </p:nvCxnSpPr>
        <p:spPr>
          <a:xfrm>
            <a:off x="5502225" y="1821394"/>
            <a:ext cx="0" cy="346500"/>
          </a:xfrm>
          <a:prstGeom prst="straightConnector1">
            <a:avLst/>
          </a:prstGeom>
          <a:noFill/>
          <a:ln cap="flat" cmpd="sng" w="28575">
            <a:solidFill>
              <a:srgbClr val="595959"/>
            </a:solidFill>
            <a:prstDash val="solid"/>
            <a:round/>
            <a:headEnd len="sm" w="sm" type="none"/>
            <a:tailEnd len="sm" w="sm" type="none"/>
          </a:ln>
        </p:spPr>
      </p:cxnSp>
      <p:cxnSp>
        <p:nvCxnSpPr>
          <p:cNvPr id="94" name="Google Shape;94;p18"/>
          <p:cNvCxnSpPr/>
          <p:nvPr/>
        </p:nvCxnSpPr>
        <p:spPr>
          <a:xfrm>
            <a:off x="5671300" y="1821394"/>
            <a:ext cx="0" cy="346500"/>
          </a:xfrm>
          <a:prstGeom prst="straightConnector1">
            <a:avLst/>
          </a:prstGeom>
          <a:noFill/>
          <a:ln cap="flat" cmpd="sng" w="28575">
            <a:solidFill>
              <a:srgbClr val="595959"/>
            </a:solidFill>
            <a:prstDash val="solid"/>
            <a:round/>
            <a:headEnd len="sm" w="sm" type="none"/>
            <a:tailEnd len="sm" w="sm" type="none"/>
          </a:ln>
        </p:spPr>
      </p:cxnSp>
      <p:cxnSp>
        <p:nvCxnSpPr>
          <p:cNvPr id="95" name="Google Shape;95;p18"/>
          <p:cNvCxnSpPr/>
          <p:nvPr/>
        </p:nvCxnSpPr>
        <p:spPr>
          <a:xfrm>
            <a:off x="6062675" y="1821394"/>
            <a:ext cx="0" cy="346500"/>
          </a:xfrm>
          <a:prstGeom prst="straightConnector1">
            <a:avLst/>
          </a:prstGeom>
          <a:noFill/>
          <a:ln cap="flat" cmpd="sng" w="28575">
            <a:solidFill>
              <a:srgbClr val="595959"/>
            </a:solidFill>
            <a:prstDash val="solid"/>
            <a:round/>
            <a:headEnd len="sm" w="sm" type="none"/>
            <a:tailEnd len="sm" w="sm" type="none"/>
          </a:ln>
        </p:spPr>
      </p:cxnSp>
      <p:cxnSp>
        <p:nvCxnSpPr>
          <p:cNvPr id="96" name="Google Shape;96;p18"/>
          <p:cNvCxnSpPr/>
          <p:nvPr/>
        </p:nvCxnSpPr>
        <p:spPr>
          <a:xfrm>
            <a:off x="6595775" y="1821394"/>
            <a:ext cx="0" cy="346500"/>
          </a:xfrm>
          <a:prstGeom prst="straightConnector1">
            <a:avLst/>
          </a:prstGeom>
          <a:noFill/>
          <a:ln cap="flat" cmpd="sng" w="28575">
            <a:solidFill>
              <a:srgbClr val="595959"/>
            </a:solidFill>
            <a:prstDash val="solid"/>
            <a:round/>
            <a:headEnd len="sm" w="sm" type="none"/>
            <a:tailEnd len="sm" w="sm" type="none"/>
          </a:ln>
        </p:spPr>
      </p:cxnSp>
      <p:cxnSp>
        <p:nvCxnSpPr>
          <p:cNvPr id="97" name="Google Shape;97;p18"/>
          <p:cNvCxnSpPr/>
          <p:nvPr/>
        </p:nvCxnSpPr>
        <p:spPr>
          <a:xfrm>
            <a:off x="6726425" y="1821394"/>
            <a:ext cx="0" cy="346500"/>
          </a:xfrm>
          <a:prstGeom prst="straightConnector1">
            <a:avLst/>
          </a:prstGeom>
          <a:noFill/>
          <a:ln cap="flat" cmpd="sng" w="28575">
            <a:solidFill>
              <a:srgbClr val="595959"/>
            </a:solidFill>
            <a:prstDash val="solid"/>
            <a:round/>
            <a:headEnd len="sm" w="sm" type="none"/>
            <a:tailEnd len="sm" w="sm" type="none"/>
          </a:ln>
        </p:spPr>
      </p:cxnSp>
      <p:cxnSp>
        <p:nvCxnSpPr>
          <p:cNvPr id="98" name="Google Shape;98;p18"/>
          <p:cNvCxnSpPr/>
          <p:nvPr/>
        </p:nvCxnSpPr>
        <p:spPr>
          <a:xfrm>
            <a:off x="6824050" y="1821394"/>
            <a:ext cx="0" cy="346500"/>
          </a:xfrm>
          <a:prstGeom prst="straightConnector1">
            <a:avLst/>
          </a:prstGeom>
          <a:noFill/>
          <a:ln cap="flat" cmpd="sng" w="28575">
            <a:solidFill>
              <a:srgbClr val="595959"/>
            </a:solidFill>
            <a:prstDash val="solid"/>
            <a:round/>
            <a:headEnd len="sm" w="sm" type="none"/>
            <a:tailEnd len="sm" w="sm" type="none"/>
          </a:ln>
        </p:spPr>
      </p:cxnSp>
      <p:cxnSp>
        <p:nvCxnSpPr>
          <p:cNvPr id="99" name="Google Shape;99;p18"/>
          <p:cNvCxnSpPr/>
          <p:nvPr/>
        </p:nvCxnSpPr>
        <p:spPr>
          <a:xfrm>
            <a:off x="6932650" y="1821394"/>
            <a:ext cx="0" cy="346500"/>
          </a:xfrm>
          <a:prstGeom prst="straightConnector1">
            <a:avLst/>
          </a:prstGeom>
          <a:noFill/>
          <a:ln cap="flat" cmpd="sng" w="28575">
            <a:solidFill>
              <a:srgbClr val="595959"/>
            </a:solidFill>
            <a:prstDash val="solid"/>
            <a:round/>
            <a:headEnd len="sm" w="sm" type="none"/>
            <a:tailEnd len="sm" w="sm" type="none"/>
          </a:ln>
        </p:spPr>
      </p:cxnSp>
      <p:cxnSp>
        <p:nvCxnSpPr>
          <p:cNvPr id="100" name="Google Shape;100;p18"/>
          <p:cNvCxnSpPr/>
          <p:nvPr/>
        </p:nvCxnSpPr>
        <p:spPr>
          <a:xfrm>
            <a:off x="7177725" y="1821394"/>
            <a:ext cx="0" cy="346500"/>
          </a:xfrm>
          <a:prstGeom prst="straightConnector1">
            <a:avLst/>
          </a:prstGeom>
          <a:noFill/>
          <a:ln cap="flat" cmpd="sng" w="28575">
            <a:solidFill>
              <a:srgbClr val="595959"/>
            </a:solidFill>
            <a:prstDash val="solid"/>
            <a:round/>
            <a:headEnd len="sm" w="sm" type="none"/>
            <a:tailEnd len="sm" w="sm" type="none"/>
          </a:ln>
        </p:spPr>
      </p:cxnSp>
      <p:sp>
        <p:nvSpPr>
          <p:cNvPr id="101" name="Google Shape;101;p18"/>
          <p:cNvSpPr txBox="1"/>
          <p:nvPr/>
        </p:nvSpPr>
        <p:spPr>
          <a:xfrm>
            <a:off x="3466050" y="2289825"/>
            <a:ext cx="331200" cy="183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ja" sz="1400" u="none" cap="none" strike="noStrike">
                <a:solidFill>
                  <a:srgbClr val="0000FF"/>
                </a:solidFill>
                <a:latin typeface="Arial"/>
                <a:ea typeface="Arial"/>
                <a:cs typeface="Arial"/>
                <a:sym typeface="Arial"/>
              </a:rPr>
              <a:t>密</a:t>
            </a:r>
            <a:endParaRPr b="0" i="0" sz="1400" u="none" cap="none" strike="noStrike">
              <a:solidFill>
                <a:srgbClr val="0000FF"/>
              </a:solidFill>
              <a:latin typeface="Arial"/>
              <a:ea typeface="Arial"/>
              <a:cs typeface="Arial"/>
              <a:sym typeface="Arial"/>
            </a:endParaRPr>
          </a:p>
        </p:txBody>
      </p:sp>
      <p:sp>
        <p:nvSpPr>
          <p:cNvPr id="102" name="Google Shape;102;p18"/>
          <p:cNvSpPr txBox="1"/>
          <p:nvPr/>
        </p:nvSpPr>
        <p:spPr>
          <a:xfrm>
            <a:off x="5321200" y="2289825"/>
            <a:ext cx="331200" cy="183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ja" sz="1400" u="none" cap="none" strike="noStrike">
                <a:solidFill>
                  <a:srgbClr val="0000FF"/>
                </a:solidFill>
                <a:latin typeface="Arial"/>
                <a:ea typeface="Arial"/>
                <a:cs typeface="Arial"/>
                <a:sym typeface="Arial"/>
              </a:rPr>
              <a:t>密</a:t>
            </a:r>
            <a:endParaRPr b="0" i="0" sz="1400" u="none" cap="none" strike="noStrike">
              <a:solidFill>
                <a:srgbClr val="0000FF"/>
              </a:solidFill>
              <a:latin typeface="Arial"/>
              <a:ea typeface="Arial"/>
              <a:cs typeface="Arial"/>
              <a:sym typeface="Arial"/>
            </a:endParaRPr>
          </a:p>
        </p:txBody>
      </p:sp>
      <p:sp>
        <p:nvSpPr>
          <p:cNvPr id="103" name="Google Shape;103;p18"/>
          <p:cNvSpPr txBox="1"/>
          <p:nvPr/>
        </p:nvSpPr>
        <p:spPr>
          <a:xfrm>
            <a:off x="6560825" y="2289825"/>
            <a:ext cx="331200" cy="183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ja" sz="1400" u="none" cap="none" strike="noStrike">
                <a:solidFill>
                  <a:srgbClr val="0000FF"/>
                </a:solidFill>
                <a:latin typeface="Arial"/>
                <a:ea typeface="Arial"/>
                <a:cs typeface="Arial"/>
                <a:sym typeface="Arial"/>
              </a:rPr>
              <a:t>密</a:t>
            </a:r>
            <a:endParaRPr b="0" i="0" sz="1400" u="none" cap="none" strike="noStrike">
              <a:solidFill>
                <a:srgbClr val="0000FF"/>
              </a:solidFill>
              <a:latin typeface="Arial"/>
              <a:ea typeface="Arial"/>
              <a:cs typeface="Arial"/>
              <a:sym typeface="Arial"/>
            </a:endParaRPr>
          </a:p>
        </p:txBody>
      </p:sp>
      <p:sp>
        <p:nvSpPr>
          <p:cNvPr id="104" name="Google Shape;104;p18"/>
          <p:cNvSpPr txBox="1"/>
          <p:nvPr/>
        </p:nvSpPr>
        <p:spPr>
          <a:xfrm>
            <a:off x="2992875" y="2289825"/>
            <a:ext cx="331200" cy="183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疎</a:t>
            </a:r>
            <a:endParaRPr b="0" i="0" sz="1400" u="none" cap="none" strike="noStrike">
              <a:solidFill>
                <a:srgbClr val="000000"/>
              </a:solidFill>
              <a:latin typeface="Arial"/>
              <a:ea typeface="Arial"/>
              <a:cs typeface="Arial"/>
              <a:sym typeface="Arial"/>
            </a:endParaRPr>
          </a:p>
        </p:txBody>
      </p:sp>
      <p:sp>
        <p:nvSpPr>
          <p:cNvPr id="105" name="Google Shape;105;p18"/>
          <p:cNvSpPr txBox="1"/>
          <p:nvPr/>
        </p:nvSpPr>
        <p:spPr>
          <a:xfrm>
            <a:off x="4541925" y="2289825"/>
            <a:ext cx="331200" cy="183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疎</a:t>
            </a:r>
            <a:endParaRPr b="0" i="0" sz="1400" u="none" cap="none" strike="noStrike">
              <a:solidFill>
                <a:srgbClr val="000000"/>
              </a:solidFill>
              <a:latin typeface="Arial"/>
              <a:ea typeface="Arial"/>
              <a:cs typeface="Arial"/>
              <a:sym typeface="Arial"/>
            </a:endParaRPr>
          </a:p>
        </p:txBody>
      </p:sp>
      <p:sp>
        <p:nvSpPr>
          <p:cNvPr id="106" name="Google Shape;106;p18"/>
          <p:cNvSpPr txBox="1"/>
          <p:nvPr/>
        </p:nvSpPr>
        <p:spPr>
          <a:xfrm>
            <a:off x="6079475" y="2289825"/>
            <a:ext cx="331200" cy="183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疎</a:t>
            </a:r>
            <a:endParaRPr b="0" i="0" sz="1400" u="none" cap="none" strike="noStrike">
              <a:solidFill>
                <a:srgbClr val="000000"/>
              </a:solidFill>
              <a:latin typeface="Arial"/>
              <a:ea typeface="Arial"/>
              <a:cs typeface="Arial"/>
              <a:sym typeface="Arial"/>
            </a:endParaRPr>
          </a:p>
        </p:txBody>
      </p:sp>
      <p:sp>
        <p:nvSpPr>
          <p:cNvPr id="107" name="Google Shape;107;p18"/>
          <p:cNvSpPr txBox="1"/>
          <p:nvPr/>
        </p:nvSpPr>
        <p:spPr>
          <a:xfrm>
            <a:off x="7012125" y="2289825"/>
            <a:ext cx="331200" cy="183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疎</a:t>
            </a:r>
            <a:endParaRPr b="0" i="0" sz="1400" u="none" cap="none" strike="noStrike">
              <a:solidFill>
                <a:srgbClr val="000000"/>
              </a:solidFill>
              <a:latin typeface="Arial"/>
              <a:ea typeface="Arial"/>
              <a:cs typeface="Arial"/>
              <a:sym typeface="Arial"/>
            </a:endParaRPr>
          </a:p>
        </p:txBody>
      </p:sp>
      <p:sp>
        <p:nvSpPr>
          <p:cNvPr id="108" name="Google Shape;108;p18"/>
          <p:cNvSpPr txBox="1"/>
          <p:nvPr/>
        </p:nvSpPr>
        <p:spPr>
          <a:xfrm>
            <a:off x="4271225" y="2473200"/>
            <a:ext cx="1537500" cy="301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図1. 空気の密度</a:t>
            </a:r>
            <a:endParaRPr b="0" i="0" sz="1400" u="none" cap="none" strike="noStrike">
              <a:solidFill>
                <a:srgbClr val="000000"/>
              </a:solidFill>
              <a:latin typeface="Arial"/>
              <a:ea typeface="Arial"/>
              <a:cs typeface="Arial"/>
              <a:sym typeface="Arial"/>
            </a:endParaRPr>
          </a:p>
        </p:txBody>
      </p:sp>
      <p:cxnSp>
        <p:nvCxnSpPr>
          <p:cNvPr id="109" name="Google Shape;109;p18"/>
          <p:cNvCxnSpPr/>
          <p:nvPr/>
        </p:nvCxnSpPr>
        <p:spPr>
          <a:xfrm>
            <a:off x="2908475" y="2946169"/>
            <a:ext cx="0" cy="346500"/>
          </a:xfrm>
          <a:prstGeom prst="straightConnector1">
            <a:avLst/>
          </a:prstGeom>
          <a:noFill/>
          <a:ln cap="flat" cmpd="sng" w="28575">
            <a:solidFill>
              <a:srgbClr val="595959"/>
            </a:solidFill>
            <a:prstDash val="solid"/>
            <a:round/>
            <a:headEnd len="sm" w="sm" type="none"/>
            <a:tailEnd len="sm" w="sm" type="none"/>
          </a:ln>
        </p:spPr>
      </p:cxnSp>
      <p:cxnSp>
        <p:nvCxnSpPr>
          <p:cNvPr id="110" name="Google Shape;110;p18"/>
          <p:cNvCxnSpPr/>
          <p:nvPr/>
        </p:nvCxnSpPr>
        <p:spPr>
          <a:xfrm>
            <a:off x="3150100" y="2946169"/>
            <a:ext cx="0" cy="346500"/>
          </a:xfrm>
          <a:prstGeom prst="straightConnector1">
            <a:avLst/>
          </a:prstGeom>
          <a:noFill/>
          <a:ln cap="flat" cmpd="sng" w="28575">
            <a:solidFill>
              <a:srgbClr val="595959"/>
            </a:solidFill>
            <a:prstDash val="solid"/>
            <a:round/>
            <a:headEnd len="sm" w="sm" type="none"/>
            <a:tailEnd len="sm" w="sm" type="none"/>
          </a:ln>
        </p:spPr>
      </p:cxnSp>
      <p:cxnSp>
        <p:nvCxnSpPr>
          <p:cNvPr id="111" name="Google Shape;111;p18"/>
          <p:cNvCxnSpPr/>
          <p:nvPr/>
        </p:nvCxnSpPr>
        <p:spPr>
          <a:xfrm>
            <a:off x="3404900" y="2946169"/>
            <a:ext cx="0" cy="346500"/>
          </a:xfrm>
          <a:prstGeom prst="straightConnector1">
            <a:avLst/>
          </a:prstGeom>
          <a:noFill/>
          <a:ln cap="flat" cmpd="sng" w="28575">
            <a:solidFill>
              <a:srgbClr val="595959"/>
            </a:solidFill>
            <a:prstDash val="solid"/>
            <a:round/>
            <a:headEnd len="sm" w="sm" type="none"/>
            <a:tailEnd len="sm" w="sm" type="none"/>
          </a:ln>
        </p:spPr>
      </p:cxnSp>
      <p:cxnSp>
        <p:nvCxnSpPr>
          <p:cNvPr id="112" name="Google Shape;112;p18"/>
          <p:cNvCxnSpPr/>
          <p:nvPr/>
        </p:nvCxnSpPr>
        <p:spPr>
          <a:xfrm>
            <a:off x="3680675" y="2946169"/>
            <a:ext cx="0" cy="346500"/>
          </a:xfrm>
          <a:prstGeom prst="straightConnector1">
            <a:avLst/>
          </a:prstGeom>
          <a:noFill/>
          <a:ln cap="flat" cmpd="sng" w="28575">
            <a:solidFill>
              <a:srgbClr val="595959"/>
            </a:solidFill>
            <a:prstDash val="solid"/>
            <a:round/>
            <a:headEnd len="sm" w="sm" type="none"/>
            <a:tailEnd len="sm" w="sm" type="none"/>
          </a:ln>
        </p:spPr>
      </p:cxnSp>
      <p:cxnSp>
        <p:nvCxnSpPr>
          <p:cNvPr id="113" name="Google Shape;113;p18"/>
          <p:cNvCxnSpPr/>
          <p:nvPr/>
        </p:nvCxnSpPr>
        <p:spPr>
          <a:xfrm>
            <a:off x="3943475" y="2946169"/>
            <a:ext cx="0" cy="346500"/>
          </a:xfrm>
          <a:prstGeom prst="straightConnector1">
            <a:avLst/>
          </a:prstGeom>
          <a:noFill/>
          <a:ln cap="flat" cmpd="sng" w="28575">
            <a:solidFill>
              <a:srgbClr val="595959"/>
            </a:solidFill>
            <a:prstDash val="solid"/>
            <a:round/>
            <a:headEnd len="sm" w="sm" type="none"/>
            <a:tailEnd len="sm" w="sm" type="none"/>
          </a:ln>
        </p:spPr>
      </p:cxnSp>
      <p:cxnSp>
        <p:nvCxnSpPr>
          <p:cNvPr id="114" name="Google Shape;114;p18"/>
          <p:cNvCxnSpPr/>
          <p:nvPr/>
        </p:nvCxnSpPr>
        <p:spPr>
          <a:xfrm>
            <a:off x="4206875" y="2946169"/>
            <a:ext cx="0" cy="346500"/>
          </a:xfrm>
          <a:prstGeom prst="straightConnector1">
            <a:avLst/>
          </a:prstGeom>
          <a:noFill/>
          <a:ln cap="flat" cmpd="sng" w="28575">
            <a:solidFill>
              <a:srgbClr val="595959"/>
            </a:solidFill>
            <a:prstDash val="solid"/>
            <a:round/>
            <a:headEnd len="sm" w="sm" type="none"/>
            <a:tailEnd len="sm" w="sm" type="none"/>
          </a:ln>
        </p:spPr>
      </p:cxnSp>
      <p:cxnSp>
        <p:nvCxnSpPr>
          <p:cNvPr id="115" name="Google Shape;115;p18"/>
          <p:cNvCxnSpPr/>
          <p:nvPr/>
        </p:nvCxnSpPr>
        <p:spPr>
          <a:xfrm>
            <a:off x="4465475" y="2946169"/>
            <a:ext cx="0" cy="346500"/>
          </a:xfrm>
          <a:prstGeom prst="straightConnector1">
            <a:avLst/>
          </a:prstGeom>
          <a:noFill/>
          <a:ln cap="flat" cmpd="sng" w="28575">
            <a:solidFill>
              <a:srgbClr val="595959"/>
            </a:solidFill>
            <a:prstDash val="solid"/>
            <a:round/>
            <a:headEnd len="sm" w="sm" type="none"/>
            <a:tailEnd len="sm" w="sm" type="none"/>
          </a:ln>
        </p:spPr>
      </p:cxnSp>
      <p:cxnSp>
        <p:nvCxnSpPr>
          <p:cNvPr id="116" name="Google Shape;116;p18"/>
          <p:cNvCxnSpPr/>
          <p:nvPr/>
        </p:nvCxnSpPr>
        <p:spPr>
          <a:xfrm>
            <a:off x="4727663" y="2946169"/>
            <a:ext cx="0" cy="346500"/>
          </a:xfrm>
          <a:prstGeom prst="straightConnector1">
            <a:avLst/>
          </a:prstGeom>
          <a:noFill/>
          <a:ln cap="flat" cmpd="sng" w="28575">
            <a:solidFill>
              <a:srgbClr val="595959"/>
            </a:solidFill>
            <a:prstDash val="solid"/>
            <a:round/>
            <a:headEnd len="sm" w="sm" type="none"/>
            <a:tailEnd len="sm" w="sm" type="none"/>
          </a:ln>
        </p:spPr>
      </p:cxnSp>
      <p:cxnSp>
        <p:nvCxnSpPr>
          <p:cNvPr id="117" name="Google Shape;117;p18"/>
          <p:cNvCxnSpPr/>
          <p:nvPr/>
        </p:nvCxnSpPr>
        <p:spPr>
          <a:xfrm>
            <a:off x="4991488" y="2946169"/>
            <a:ext cx="0" cy="346500"/>
          </a:xfrm>
          <a:prstGeom prst="straightConnector1">
            <a:avLst/>
          </a:prstGeom>
          <a:noFill/>
          <a:ln cap="flat" cmpd="sng" w="28575">
            <a:solidFill>
              <a:srgbClr val="595959"/>
            </a:solidFill>
            <a:prstDash val="solid"/>
            <a:round/>
            <a:headEnd len="sm" w="sm" type="none"/>
            <a:tailEnd len="sm" w="sm" type="none"/>
          </a:ln>
        </p:spPr>
      </p:cxnSp>
      <p:cxnSp>
        <p:nvCxnSpPr>
          <p:cNvPr id="118" name="Google Shape;118;p18"/>
          <p:cNvCxnSpPr/>
          <p:nvPr/>
        </p:nvCxnSpPr>
        <p:spPr>
          <a:xfrm>
            <a:off x="5235275" y="2946169"/>
            <a:ext cx="0" cy="346500"/>
          </a:xfrm>
          <a:prstGeom prst="straightConnector1">
            <a:avLst/>
          </a:prstGeom>
          <a:noFill/>
          <a:ln cap="flat" cmpd="sng" w="28575">
            <a:solidFill>
              <a:srgbClr val="595959"/>
            </a:solidFill>
            <a:prstDash val="solid"/>
            <a:round/>
            <a:headEnd len="sm" w="sm" type="none"/>
            <a:tailEnd len="sm" w="sm" type="none"/>
          </a:ln>
        </p:spPr>
      </p:cxnSp>
      <p:cxnSp>
        <p:nvCxnSpPr>
          <p:cNvPr id="119" name="Google Shape;119;p18"/>
          <p:cNvCxnSpPr/>
          <p:nvPr/>
        </p:nvCxnSpPr>
        <p:spPr>
          <a:xfrm>
            <a:off x="5474688" y="2946169"/>
            <a:ext cx="0" cy="346500"/>
          </a:xfrm>
          <a:prstGeom prst="straightConnector1">
            <a:avLst/>
          </a:prstGeom>
          <a:noFill/>
          <a:ln cap="flat" cmpd="sng" w="28575">
            <a:solidFill>
              <a:srgbClr val="595959"/>
            </a:solidFill>
            <a:prstDash val="solid"/>
            <a:round/>
            <a:headEnd len="sm" w="sm" type="none"/>
            <a:tailEnd len="sm" w="sm" type="none"/>
          </a:ln>
        </p:spPr>
      </p:cxnSp>
      <p:cxnSp>
        <p:nvCxnSpPr>
          <p:cNvPr id="120" name="Google Shape;120;p18"/>
          <p:cNvCxnSpPr/>
          <p:nvPr/>
        </p:nvCxnSpPr>
        <p:spPr>
          <a:xfrm>
            <a:off x="5998088" y="2946169"/>
            <a:ext cx="0" cy="346500"/>
          </a:xfrm>
          <a:prstGeom prst="straightConnector1">
            <a:avLst/>
          </a:prstGeom>
          <a:noFill/>
          <a:ln cap="flat" cmpd="sng" w="28575">
            <a:solidFill>
              <a:srgbClr val="595959"/>
            </a:solidFill>
            <a:prstDash val="solid"/>
            <a:round/>
            <a:headEnd len="sm" w="sm" type="none"/>
            <a:tailEnd len="sm" w="sm" type="none"/>
          </a:ln>
        </p:spPr>
      </p:cxnSp>
      <p:cxnSp>
        <p:nvCxnSpPr>
          <p:cNvPr id="121" name="Google Shape;121;p18"/>
          <p:cNvCxnSpPr/>
          <p:nvPr/>
        </p:nvCxnSpPr>
        <p:spPr>
          <a:xfrm>
            <a:off x="6275400" y="2946169"/>
            <a:ext cx="0" cy="346500"/>
          </a:xfrm>
          <a:prstGeom prst="straightConnector1">
            <a:avLst/>
          </a:prstGeom>
          <a:noFill/>
          <a:ln cap="flat" cmpd="sng" w="28575">
            <a:solidFill>
              <a:srgbClr val="595959"/>
            </a:solidFill>
            <a:prstDash val="solid"/>
            <a:round/>
            <a:headEnd len="sm" w="sm" type="none"/>
            <a:tailEnd len="sm" w="sm" type="none"/>
          </a:ln>
        </p:spPr>
      </p:cxnSp>
      <p:cxnSp>
        <p:nvCxnSpPr>
          <p:cNvPr id="122" name="Google Shape;122;p18"/>
          <p:cNvCxnSpPr/>
          <p:nvPr/>
        </p:nvCxnSpPr>
        <p:spPr>
          <a:xfrm>
            <a:off x="6539900" y="2946169"/>
            <a:ext cx="0" cy="346500"/>
          </a:xfrm>
          <a:prstGeom prst="straightConnector1">
            <a:avLst/>
          </a:prstGeom>
          <a:noFill/>
          <a:ln cap="flat" cmpd="sng" w="28575">
            <a:solidFill>
              <a:srgbClr val="595959"/>
            </a:solidFill>
            <a:prstDash val="solid"/>
            <a:round/>
            <a:headEnd len="sm" w="sm" type="none"/>
            <a:tailEnd len="sm" w="sm" type="none"/>
          </a:ln>
        </p:spPr>
      </p:cxnSp>
      <p:cxnSp>
        <p:nvCxnSpPr>
          <p:cNvPr id="123" name="Google Shape;123;p18"/>
          <p:cNvCxnSpPr/>
          <p:nvPr/>
        </p:nvCxnSpPr>
        <p:spPr>
          <a:xfrm>
            <a:off x="6798400" y="2946169"/>
            <a:ext cx="0" cy="346500"/>
          </a:xfrm>
          <a:prstGeom prst="straightConnector1">
            <a:avLst/>
          </a:prstGeom>
          <a:noFill/>
          <a:ln cap="flat" cmpd="sng" w="28575">
            <a:solidFill>
              <a:srgbClr val="595959"/>
            </a:solidFill>
            <a:prstDash val="solid"/>
            <a:round/>
            <a:headEnd len="sm" w="sm" type="none"/>
            <a:tailEnd len="sm" w="sm" type="none"/>
          </a:ln>
        </p:spPr>
      </p:cxnSp>
      <p:cxnSp>
        <p:nvCxnSpPr>
          <p:cNvPr id="124" name="Google Shape;124;p18"/>
          <p:cNvCxnSpPr/>
          <p:nvPr/>
        </p:nvCxnSpPr>
        <p:spPr>
          <a:xfrm>
            <a:off x="7056900" y="2946169"/>
            <a:ext cx="0" cy="346500"/>
          </a:xfrm>
          <a:prstGeom prst="straightConnector1">
            <a:avLst/>
          </a:prstGeom>
          <a:noFill/>
          <a:ln cap="flat" cmpd="sng" w="28575">
            <a:solidFill>
              <a:srgbClr val="595959"/>
            </a:solidFill>
            <a:prstDash val="solid"/>
            <a:round/>
            <a:headEnd len="sm" w="sm" type="none"/>
            <a:tailEnd len="sm" w="sm" type="none"/>
          </a:ln>
        </p:spPr>
      </p:cxnSp>
      <p:cxnSp>
        <p:nvCxnSpPr>
          <p:cNvPr id="125" name="Google Shape;125;p18"/>
          <p:cNvCxnSpPr/>
          <p:nvPr/>
        </p:nvCxnSpPr>
        <p:spPr>
          <a:xfrm>
            <a:off x="7315400" y="2946169"/>
            <a:ext cx="0" cy="346500"/>
          </a:xfrm>
          <a:prstGeom prst="straightConnector1">
            <a:avLst/>
          </a:prstGeom>
          <a:noFill/>
          <a:ln cap="flat" cmpd="sng" w="28575">
            <a:solidFill>
              <a:srgbClr val="595959"/>
            </a:solidFill>
            <a:prstDash val="solid"/>
            <a:round/>
            <a:headEnd len="sm" w="sm" type="none"/>
            <a:tailEnd len="sm" w="sm" type="none"/>
          </a:ln>
        </p:spPr>
      </p:cxnSp>
      <p:cxnSp>
        <p:nvCxnSpPr>
          <p:cNvPr id="126" name="Google Shape;126;p18"/>
          <p:cNvCxnSpPr/>
          <p:nvPr/>
        </p:nvCxnSpPr>
        <p:spPr>
          <a:xfrm>
            <a:off x="2908475" y="3584363"/>
            <a:ext cx="0" cy="346500"/>
          </a:xfrm>
          <a:prstGeom prst="straightConnector1">
            <a:avLst/>
          </a:prstGeom>
          <a:noFill/>
          <a:ln cap="flat" cmpd="sng" w="28575">
            <a:solidFill>
              <a:srgbClr val="595959"/>
            </a:solidFill>
            <a:prstDash val="solid"/>
            <a:round/>
            <a:headEnd len="sm" w="sm" type="none"/>
            <a:tailEnd len="sm" w="sm" type="none"/>
          </a:ln>
        </p:spPr>
      </p:cxnSp>
      <p:cxnSp>
        <p:nvCxnSpPr>
          <p:cNvPr id="127" name="Google Shape;127;p18"/>
          <p:cNvCxnSpPr/>
          <p:nvPr/>
        </p:nvCxnSpPr>
        <p:spPr>
          <a:xfrm>
            <a:off x="3060875" y="3584363"/>
            <a:ext cx="0" cy="346500"/>
          </a:xfrm>
          <a:prstGeom prst="straightConnector1">
            <a:avLst/>
          </a:prstGeom>
          <a:noFill/>
          <a:ln cap="flat" cmpd="sng" w="28575">
            <a:solidFill>
              <a:srgbClr val="595959"/>
            </a:solidFill>
            <a:prstDash val="solid"/>
            <a:round/>
            <a:headEnd len="sm" w="sm" type="none"/>
            <a:tailEnd len="sm" w="sm" type="none"/>
          </a:ln>
        </p:spPr>
      </p:cxnSp>
      <p:cxnSp>
        <p:nvCxnSpPr>
          <p:cNvPr id="128" name="Google Shape;128;p18"/>
          <p:cNvCxnSpPr/>
          <p:nvPr/>
        </p:nvCxnSpPr>
        <p:spPr>
          <a:xfrm>
            <a:off x="3235025" y="3584363"/>
            <a:ext cx="0" cy="346500"/>
          </a:xfrm>
          <a:prstGeom prst="straightConnector1">
            <a:avLst/>
          </a:prstGeom>
          <a:noFill/>
          <a:ln cap="flat" cmpd="sng" w="28575">
            <a:solidFill>
              <a:srgbClr val="595959"/>
            </a:solidFill>
            <a:prstDash val="solid"/>
            <a:round/>
            <a:headEnd len="sm" w="sm" type="none"/>
            <a:tailEnd len="sm" w="sm" type="none"/>
          </a:ln>
        </p:spPr>
      </p:cxnSp>
      <p:cxnSp>
        <p:nvCxnSpPr>
          <p:cNvPr id="129" name="Google Shape;129;p18"/>
          <p:cNvCxnSpPr/>
          <p:nvPr/>
        </p:nvCxnSpPr>
        <p:spPr>
          <a:xfrm>
            <a:off x="3550325" y="3584363"/>
            <a:ext cx="0" cy="346500"/>
          </a:xfrm>
          <a:prstGeom prst="straightConnector1">
            <a:avLst/>
          </a:prstGeom>
          <a:noFill/>
          <a:ln cap="flat" cmpd="sng" w="28575">
            <a:solidFill>
              <a:srgbClr val="595959"/>
            </a:solidFill>
            <a:prstDash val="solid"/>
            <a:round/>
            <a:headEnd len="sm" w="sm" type="none"/>
            <a:tailEnd len="sm" w="sm" type="none"/>
          </a:ln>
        </p:spPr>
      </p:cxnSp>
      <p:cxnSp>
        <p:nvCxnSpPr>
          <p:cNvPr id="130" name="Google Shape;130;p18"/>
          <p:cNvCxnSpPr/>
          <p:nvPr/>
        </p:nvCxnSpPr>
        <p:spPr>
          <a:xfrm>
            <a:off x="3827675" y="3584363"/>
            <a:ext cx="0" cy="346500"/>
          </a:xfrm>
          <a:prstGeom prst="straightConnector1">
            <a:avLst/>
          </a:prstGeom>
          <a:noFill/>
          <a:ln cap="flat" cmpd="sng" w="28575">
            <a:solidFill>
              <a:srgbClr val="595959"/>
            </a:solidFill>
            <a:prstDash val="solid"/>
            <a:round/>
            <a:headEnd len="sm" w="sm" type="none"/>
            <a:tailEnd len="sm" w="sm" type="none"/>
          </a:ln>
        </p:spPr>
      </p:cxnSp>
      <p:cxnSp>
        <p:nvCxnSpPr>
          <p:cNvPr id="131" name="Google Shape;131;p18"/>
          <p:cNvCxnSpPr/>
          <p:nvPr/>
        </p:nvCxnSpPr>
        <p:spPr>
          <a:xfrm>
            <a:off x="4150675" y="3584363"/>
            <a:ext cx="0" cy="346500"/>
          </a:xfrm>
          <a:prstGeom prst="straightConnector1">
            <a:avLst/>
          </a:prstGeom>
          <a:noFill/>
          <a:ln cap="flat" cmpd="sng" w="28575">
            <a:solidFill>
              <a:srgbClr val="595959"/>
            </a:solidFill>
            <a:prstDash val="solid"/>
            <a:round/>
            <a:headEnd len="sm" w="sm" type="none"/>
            <a:tailEnd len="sm" w="sm" type="none"/>
          </a:ln>
        </p:spPr>
      </p:cxnSp>
      <p:cxnSp>
        <p:nvCxnSpPr>
          <p:cNvPr id="132" name="Google Shape;132;p18"/>
          <p:cNvCxnSpPr/>
          <p:nvPr/>
        </p:nvCxnSpPr>
        <p:spPr>
          <a:xfrm>
            <a:off x="4463925" y="3584363"/>
            <a:ext cx="0" cy="346500"/>
          </a:xfrm>
          <a:prstGeom prst="straightConnector1">
            <a:avLst/>
          </a:prstGeom>
          <a:noFill/>
          <a:ln cap="flat" cmpd="sng" w="28575">
            <a:solidFill>
              <a:srgbClr val="595959"/>
            </a:solidFill>
            <a:prstDash val="solid"/>
            <a:round/>
            <a:headEnd len="sm" w="sm" type="none"/>
            <a:tailEnd len="sm" w="sm" type="none"/>
          </a:ln>
        </p:spPr>
      </p:cxnSp>
      <p:cxnSp>
        <p:nvCxnSpPr>
          <p:cNvPr id="133" name="Google Shape;133;p18"/>
          <p:cNvCxnSpPr/>
          <p:nvPr/>
        </p:nvCxnSpPr>
        <p:spPr>
          <a:xfrm>
            <a:off x="4778938" y="3584363"/>
            <a:ext cx="0" cy="346500"/>
          </a:xfrm>
          <a:prstGeom prst="straightConnector1">
            <a:avLst/>
          </a:prstGeom>
          <a:noFill/>
          <a:ln cap="flat" cmpd="sng" w="28575">
            <a:solidFill>
              <a:srgbClr val="595959"/>
            </a:solidFill>
            <a:prstDash val="solid"/>
            <a:round/>
            <a:headEnd len="sm" w="sm" type="none"/>
            <a:tailEnd len="sm" w="sm" type="none"/>
          </a:ln>
        </p:spPr>
      </p:cxnSp>
      <p:cxnSp>
        <p:nvCxnSpPr>
          <p:cNvPr id="134" name="Google Shape;134;p18"/>
          <p:cNvCxnSpPr/>
          <p:nvPr/>
        </p:nvCxnSpPr>
        <p:spPr>
          <a:xfrm>
            <a:off x="5103863" y="3584363"/>
            <a:ext cx="0" cy="346500"/>
          </a:xfrm>
          <a:prstGeom prst="straightConnector1">
            <a:avLst/>
          </a:prstGeom>
          <a:noFill/>
          <a:ln cap="flat" cmpd="sng" w="28575">
            <a:solidFill>
              <a:srgbClr val="595959"/>
            </a:solidFill>
            <a:prstDash val="solid"/>
            <a:round/>
            <a:headEnd len="sm" w="sm" type="none"/>
            <a:tailEnd len="sm" w="sm" type="none"/>
          </a:ln>
        </p:spPr>
      </p:cxnSp>
      <p:cxnSp>
        <p:nvCxnSpPr>
          <p:cNvPr id="135" name="Google Shape;135;p18"/>
          <p:cNvCxnSpPr/>
          <p:nvPr/>
        </p:nvCxnSpPr>
        <p:spPr>
          <a:xfrm>
            <a:off x="5368988" y="3584363"/>
            <a:ext cx="0" cy="346500"/>
          </a:xfrm>
          <a:prstGeom prst="straightConnector1">
            <a:avLst/>
          </a:prstGeom>
          <a:noFill/>
          <a:ln cap="flat" cmpd="sng" w="28575">
            <a:solidFill>
              <a:srgbClr val="595959"/>
            </a:solidFill>
            <a:prstDash val="solid"/>
            <a:round/>
            <a:headEnd len="sm" w="sm" type="none"/>
            <a:tailEnd len="sm" w="sm" type="none"/>
          </a:ln>
        </p:spPr>
      </p:cxnSp>
      <p:cxnSp>
        <p:nvCxnSpPr>
          <p:cNvPr id="136" name="Google Shape;136;p18"/>
          <p:cNvCxnSpPr/>
          <p:nvPr/>
        </p:nvCxnSpPr>
        <p:spPr>
          <a:xfrm>
            <a:off x="5628863" y="3584354"/>
            <a:ext cx="0" cy="346500"/>
          </a:xfrm>
          <a:prstGeom prst="straightConnector1">
            <a:avLst/>
          </a:prstGeom>
          <a:noFill/>
          <a:ln cap="flat" cmpd="sng" w="28575">
            <a:solidFill>
              <a:srgbClr val="595959"/>
            </a:solidFill>
            <a:prstDash val="solid"/>
            <a:round/>
            <a:headEnd len="sm" w="sm" type="none"/>
            <a:tailEnd len="sm" w="sm" type="none"/>
          </a:ln>
        </p:spPr>
      </p:cxnSp>
      <p:cxnSp>
        <p:nvCxnSpPr>
          <p:cNvPr id="137" name="Google Shape;137;p18"/>
          <p:cNvCxnSpPr/>
          <p:nvPr/>
        </p:nvCxnSpPr>
        <p:spPr>
          <a:xfrm>
            <a:off x="5878700" y="3584363"/>
            <a:ext cx="0" cy="346500"/>
          </a:xfrm>
          <a:prstGeom prst="straightConnector1">
            <a:avLst/>
          </a:prstGeom>
          <a:noFill/>
          <a:ln cap="flat" cmpd="sng" w="28575">
            <a:solidFill>
              <a:srgbClr val="595959"/>
            </a:solidFill>
            <a:prstDash val="solid"/>
            <a:round/>
            <a:headEnd len="sm" w="sm" type="none"/>
            <a:tailEnd len="sm" w="sm" type="none"/>
          </a:ln>
        </p:spPr>
      </p:cxnSp>
      <p:cxnSp>
        <p:nvCxnSpPr>
          <p:cNvPr id="138" name="Google Shape;138;p18"/>
          <p:cNvCxnSpPr/>
          <p:nvPr/>
        </p:nvCxnSpPr>
        <p:spPr>
          <a:xfrm>
            <a:off x="6276538" y="3584363"/>
            <a:ext cx="0" cy="346500"/>
          </a:xfrm>
          <a:prstGeom prst="straightConnector1">
            <a:avLst/>
          </a:prstGeom>
          <a:noFill/>
          <a:ln cap="flat" cmpd="sng" w="28575">
            <a:solidFill>
              <a:srgbClr val="595959"/>
            </a:solidFill>
            <a:prstDash val="solid"/>
            <a:round/>
            <a:headEnd len="sm" w="sm" type="none"/>
            <a:tailEnd len="sm" w="sm" type="none"/>
          </a:ln>
        </p:spPr>
      </p:cxnSp>
      <p:cxnSp>
        <p:nvCxnSpPr>
          <p:cNvPr id="139" name="Google Shape;139;p18"/>
          <p:cNvCxnSpPr/>
          <p:nvPr/>
        </p:nvCxnSpPr>
        <p:spPr>
          <a:xfrm>
            <a:off x="6488838" y="3591169"/>
            <a:ext cx="0" cy="346500"/>
          </a:xfrm>
          <a:prstGeom prst="straightConnector1">
            <a:avLst/>
          </a:prstGeom>
          <a:noFill/>
          <a:ln cap="flat" cmpd="sng" w="28575">
            <a:solidFill>
              <a:srgbClr val="595959"/>
            </a:solidFill>
            <a:prstDash val="solid"/>
            <a:round/>
            <a:headEnd len="sm" w="sm" type="none"/>
            <a:tailEnd len="sm" w="sm" type="none"/>
          </a:ln>
        </p:spPr>
      </p:cxnSp>
      <p:cxnSp>
        <p:nvCxnSpPr>
          <p:cNvPr id="140" name="Google Shape;140;p18"/>
          <p:cNvCxnSpPr/>
          <p:nvPr/>
        </p:nvCxnSpPr>
        <p:spPr>
          <a:xfrm>
            <a:off x="6726425" y="3591169"/>
            <a:ext cx="0" cy="346500"/>
          </a:xfrm>
          <a:prstGeom prst="straightConnector1">
            <a:avLst/>
          </a:prstGeom>
          <a:noFill/>
          <a:ln cap="flat" cmpd="sng" w="28575">
            <a:solidFill>
              <a:srgbClr val="595959"/>
            </a:solidFill>
            <a:prstDash val="solid"/>
            <a:round/>
            <a:headEnd len="sm" w="sm" type="none"/>
            <a:tailEnd len="sm" w="sm" type="none"/>
          </a:ln>
        </p:spPr>
      </p:cxnSp>
      <p:cxnSp>
        <p:nvCxnSpPr>
          <p:cNvPr id="141" name="Google Shape;141;p18"/>
          <p:cNvCxnSpPr/>
          <p:nvPr/>
        </p:nvCxnSpPr>
        <p:spPr>
          <a:xfrm>
            <a:off x="6915550" y="3591169"/>
            <a:ext cx="0" cy="346500"/>
          </a:xfrm>
          <a:prstGeom prst="straightConnector1">
            <a:avLst/>
          </a:prstGeom>
          <a:noFill/>
          <a:ln cap="flat" cmpd="sng" w="28575">
            <a:solidFill>
              <a:srgbClr val="595959"/>
            </a:solidFill>
            <a:prstDash val="solid"/>
            <a:round/>
            <a:headEnd len="sm" w="sm" type="none"/>
            <a:tailEnd len="sm" w="sm" type="none"/>
          </a:ln>
        </p:spPr>
      </p:cxnSp>
      <p:cxnSp>
        <p:nvCxnSpPr>
          <p:cNvPr id="142" name="Google Shape;142;p18"/>
          <p:cNvCxnSpPr/>
          <p:nvPr/>
        </p:nvCxnSpPr>
        <p:spPr>
          <a:xfrm>
            <a:off x="7253925" y="3586181"/>
            <a:ext cx="0" cy="346500"/>
          </a:xfrm>
          <a:prstGeom prst="straightConnector1">
            <a:avLst/>
          </a:prstGeom>
          <a:noFill/>
          <a:ln cap="flat" cmpd="sng" w="28575">
            <a:solidFill>
              <a:srgbClr val="595959"/>
            </a:solidFill>
            <a:prstDash val="solid"/>
            <a:round/>
            <a:headEnd len="sm" w="sm" type="none"/>
            <a:tailEnd len="sm" w="sm" type="none"/>
          </a:ln>
        </p:spPr>
      </p:cxnSp>
      <p:cxnSp>
        <p:nvCxnSpPr>
          <p:cNvPr id="143" name="Google Shape;143;p18"/>
          <p:cNvCxnSpPr/>
          <p:nvPr/>
        </p:nvCxnSpPr>
        <p:spPr>
          <a:xfrm flipH="1">
            <a:off x="3067325" y="3287100"/>
            <a:ext cx="96900" cy="293100"/>
          </a:xfrm>
          <a:prstGeom prst="straightConnector1">
            <a:avLst/>
          </a:prstGeom>
          <a:noFill/>
          <a:ln cap="flat" cmpd="sng" w="9525">
            <a:solidFill>
              <a:srgbClr val="595959"/>
            </a:solidFill>
            <a:prstDash val="solid"/>
            <a:round/>
            <a:headEnd len="sm" w="sm" type="none"/>
            <a:tailEnd len="med" w="med" type="triangle"/>
          </a:ln>
        </p:spPr>
      </p:cxnSp>
      <p:cxnSp>
        <p:nvCxnSpPr>
          <p:cNvPr id="144" name="Google Shape;144;p18"/>
          <p:cNvCxnSpPr/>
          <p:nvPr/>
        </p:nvCxnSpPr>
        <p:spPr>
          <a:xfrm flipH="1">
            <a:off x="3244850" y="3293381"/>
            <a:ext cx="168000" cy="284400"/>
          </a:xfrm>
          <a:prstGeom prst="straightConnector1">
            <a:avLst/>
          </a:prstGeom>
          <a:noFill/>
          <a:ln cap="flat" cmpd="sng" w="9525">
            <a:solidFill>
              <a:srgbClr val="595959"/>
            </a:solidFill>
            <a:prstDash val="solid"/>
            <a:round/>
            <a:headEnd len="sm" w="sm" type="none"/>
            <a:tailEnd len="med" w="med" type="triangle"/>
          </a:ln>
        </p:spPr>
      </p:cxnSp>
      <p:cxnSp>
        <p:nvCxnSpPr>
          <p:cNvPr id="145" name="Google Shape;145;p18"/>
          <p:cNvCxnSpPr/>
          <p:nvPr/>
        </p:nvCxnSpPr>
        <p:spPr>
          <a:xfrm flipH="1">
            <a:off x="3555000" y="3291938"/>
            <a:ext cx="132300" cy="288300"/>
          </a:xfrm>
          <a:prstGeom prst="straightConnector1">
            <a:avLst/>
          </a:prstGeom>
          <a:noFill/>
          <a:ln cap="flat" cmpd="sng" w="9525">
            <a:solidFill>
              <a:srgbClr val="595959"/>
            </a:solidFill>
            <a:prstDash val="solid"/>
            <a:round/>
            <a:headEnd len="sm" w="sm" type="none"/>
            <a:tailEnd len="med" w="med" type="triangle"/>
          </a:ln>
        </p:spPr>
      </p:cxnSp>
      <p:cxnSp>
        <p:nvCxnSpPr>
          <p:cNvPr id="146" name="Google Shape;146;p18"/>
          <p:cNvCxnSpPr/>
          <p:nvPr/>
        </p:nvCxnSpPr>
        <p:spPr>
          <a:xfrm flipH="1">
            <a:off x="3835800" y="3296775"/>
            <a:ext cx="109800" cy="288300"/>
          </a:xfrm>
          <a:prstGeom prst="straightConnector1">
            <a:avLst/>
          </a:prstGeom>
          <a:noFill/>
          <a:ln cap="flat" cmpd="sng" w="9525">
            <a:solidFill>
              <a:srgbClr val="595959"/>
            </a:solidFill>
            <a:prstDash val="solid"/>
            <a:round/>
            <a:headEnd len="sm" w="sm" type="none"/>
            <a:tailEnd len="med" w="med" type="triangle"/>
          </a:ln>
        </p:spPr>
      </p:cxnSp>
      <p:cxnSp>
        <p:nvCxnSpPr>
          <p:cNvPr id="147" name="Google Shape;147;p18"/>
          <p:cNvCxnSpPr/>
          <p:nvPr/>
        </p:nvCxnSpPr>
        <p:spPr>
          <a:xfrm flipH="1">
            <a:off x="4158775" y="3287100"/>
            <a:ext cx="51600" cy="295500"/>
          </a:xfrm>
          <a:prstGeom prst="straightConnector1">
            <a:avLst/>
          </a:prstGeom>
          <a:noFill/>
          <a:ln cap="flat" cmpd="sng" w="9525">
            <a:solidFill>
              <a:srgbClr val="595959"/>
            </a:solidFill>
            <a:prstDash val="solid"/>
            <a:round/>
            <a:headEnd len="sm" w="sm" type="none"/>
            <a:tailEnd len="med" w="med" type="triangle"/>
          </a:ln>
        </p:spPr>
      </p:cxnSp>
      <p:cxnSp>
        <p:nvCxnSpPr>
          <p:cNvPr id="148" name="Google Shape;148;p18"/>
          <p:cNvCxnSpPr/>
          <p:nvPr/>
        </p:nvCxnSpPr>
        <p:spPr>
          <a:xfrm>
            <a:off x="4471900" y="3287100"/>
            <a:ext cx="0" cy="297900"/>
          </a:xfrm>
          <a:prstGeom prst="straightConnector1">
            <a:avLst/>
          </a:prstGeom>
          <a:noFill/>
          <a:ln cap="flat" cmpd="sng" w="9525">
            <a:solidFill>
              <a:srgbClr val="595959"/>
            </a:solidFill>
            <a:prstDash val="solid"/>
            <a:round/>
            <a:headEnd len="sm" w="sm" type="none"/>
            <a:tailEnd len="med" w="med" type="triangle"/>
          </a:ln>
        </p:spPr>
      </p:cxnSp>
      <p:cxnSp>
        <p:nvCxnSpPr>
          <p:cNvPr id="149" name="Google Shape;149;p18"/>
          <p:cNvCxnSpPr/>
          <p:nvPr/>
        </p:nvCxnSpPr>
        <p:spPr>
          <a:xfrm>
            <a:off x="4736675" y="3291938"/>
            <a:ext cx="42000" cy="291000"/>
          </a:xfrm>
          <a:prstGeom prst="straightConnector1">
            <a:avLst/>
          </a:prstGeom>
          <a:noFill/>
          <a:ln cap="flat" cmpd="sng" w="9525">
            <a:solidFill>
              <a:srgbClr val="595959"/>
            </a:solidFill>
            <a:prstDash val="solid"/>
            <a:round/>
            <a:headEnd len="sm" w="sm" type="none"/>
            <a:tailEnd len="med" w="med" type="triangle"/>
          </a:ln>
        </p:spPr>
      </p:cxnSp>
      <p:cxnSp>
        <p:nvCxnSpPr>
          <p:cNvPr id="150" name="Google Shape;150;p18"/>
          <p:cNvCxnSpPr/>
          <p:nvPr/>
        </p:nvCxnSpPr>
        <p:spPr>
          <a:xfrm>
            <a:off x="5001425" y="3291938"/>
            <a:ext cx="108300" cy="292200"/>
          </a:xfrm>
          <a:prstGeom prst="straightConnector1">
            <a:avLst/>
          </a:prstGeom>
          <a:noFill/>
          <a:ln cap="flat" cmpd="sng" w="9525">
            <a:solidFill>
              <a:srgbClr val="595959"/>
            </a:solidFill>
            <a:prstDash val="solid"/>
            <a:round/>
            <a:headEnd len="sm" w="sm" type="none"/>
            <a:tailEnd len="med" w="med" type="triangle"/>
          </a:ln>
        </p:spPr>
      </p:cxnSp>
      <p:cxnSp>
        <p:nvCxnSpPr>
          <p:cNvPr id="151" name="Google Shape;151;p18"/>
          <p:cNvCxnSpPr/>
          <p:nvPr/>
        </p:nvCxnSpPr>
        <p:spPr>
          <a:xfrm>
            <a:off x="6283275" y="3288544"/>
            <a:ext cx="0" cy="302700"/>
          </a:xfrm>
          <a:prstGeom prst="straightConnector1">
            <a:avLst/>
          </a:prstGeom>
          <a:noFill/>
          <a:ln cap="flat" cmpd="sng" w="9525">
            <a:solidFill>
              <a:srgbClr val="595959"/>
            </a:solidFill>
            <a:prstDash val="solid"/>
            <a:round/>
            <a:headEnd len="sm" w="sm" type="none"/>
            <a:tailEnd len="med" w="med" type="triangle"/>
          </a:ln>
        </p:spPr>
      </p:cxnSp>
      <p:cxnSp>
        <p:nvCxnSpPr>
          <p:cNvPr id="152" name="Google Shape;152;p18"/>
          <p:cNvCxnSpPr/>
          <p:nvPr/>
        </p:nvCxnSpPr>
        <p:spPr>
          <a:xfrm flipH="1">
            <a:off x="6493200" y="3290963"/>
            <a:ext cx="51600" cy="299100"/>
          </a:xfrm>
          <a:prstGeom prst="straightConnector1">
            <a:avLst/>
          </a:prstGeom>
          <a:noFill/>
          <a:ln cap="flat" cmpd="sng" w="9525">
            <a:solidFill>
              <a:srgbClr val="595959"/>
            </a:solidFill>
            <a:prstDash val="solid"/>
            <a:round/>
            <a:headEnd len="sm" w="sm" type="none"/>
            <a:tailEnd len="med" w="med" type="triangle"/>
          </a:ln>
        </p:spPr>
      </p:cxnSp>
      <p:cxnSp>
        <p:nvCxnSpPr>
          <p:cNvPr id="153" name="Google Shape;153;p18"/>
          <p:cNvCxnSpPr/>
          <p:nvPr/>
        </p:nvCxnSpPr>
        <p:spPr>
          <a:xfrm flipH="1">
            <a:off x="6912850" y="3290963"/>
            <a:ext cx="151800" cy="293100"/>
          </a:xfrm>
          <a:prstGeom prst="straightConnector1">
            <a:avLst/>
          </a:prstGeom>
          <a:noFill/>
          <a:ln cap="flat" cmpd="sng" w="9525">
            <a:solidFill>
              <a:srgbClr val="595959"/>
            </a:solidFill>
            <a:prstDash val="solid"/>
            <a:round/>
            <a:headEnd len="sm" w="sm" type="none"/>
            <a:tailEnd len="med" w="med" type="triangle"/>
          </a:ln>
        </p:spPr>
      </p:cxnSp>
      <p:sp>
        <p:nvSpPr>
          <p:cNvPr id="154" name="Google Shape;154;p18"/>
          <p:cNvSpPr txBox="1"/>
          <p:nvPr/>
        </p:nvSpPr>
        <p:spPr>
          <a:xfrm>
            <a:off x="3428600" y="4714106"/>
            <a:ext cx="3685200" cy="301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図2. 空気の密度変化を波で表現（音波）</a:t>
            </a:r>
            <a:endParaRPr b="0" i="0" sz="1400" u="none" cap="none" strike="noStrike">
              <a:solidFill>
                <a:srgbClr val="000000"/>
              </a:solidFill>
              <a:latin typeface="Arial"/>
              <a:ea typeface="Arial"/>
              <a:cs typeface="Arial"/>
              <a:sym typeface="Arial"/>
            </a:endParaRPr>
          </a:p>
        </p:txBody>
      </p:sp>
      <p:sp>
        <p:nvSpPr>
          <p:cNvPr id="155" name="Google Shape;155;p18"/>
          <p:cNvSpPr txBox="1"/>
          <p:nvPr/>
        </p:nvSpPr>
        <p:spPr>
          <a:xfrm>
            <a:off x="1838675" y="2968556"/>
            <a:ext cx="922800" cy="301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元の位置</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（均等）</a:t>
            </a:r>
            <a:endParaRPr b="0" i="0" sz="1400" u="none" cap="none" strike="noStrike">
              <a:solidFill>
                <a:srgbClr val="000000"/>
              </a:solidFill>
              <a:latin typeface="Arial"/>
              <a:ea typeface="Arial"/>
              <a:cs typeface="Arial"/>
              <a:sym typeface="Arial"/>
            </a:endParaRPr>
          </a:p>
        </p:txBody>
      </p:sp>
      <p:sp>
        <p:nvSpPr>
          <p:cNvPr id="156" name="Google Shape;156;p18"/>
          <p:cNvSpPr txBox="1"/>
          <p:nvPr/>
        </p:nvSpPr>
        <p:spPr>
          <a:xfrm>
            <a:off x="1530900" y="3606750"/>
            <a:ext cx="1309500" cy="301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変化後の位置</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（不均等）</a:t>
            </a:r>
            <a:endParaRPr b="0" i="0" sz="1400" u="none" cap="none" strike="noStrike">
              <a:solidFill>
                <a:srgbClr val="000000"/>
              </a:solidFill>
              <a:latin typeface="Arial"/>
              <a:ea typeface="Arial"/>
              <a:cs typeface="Arial"/>
              <a:sym typeface="Arial"/>
            </a:endParaRPr>
          </a:p>
        </p:txBody>
      </p:sp>
      <p:cxnSp>
        <p:nvCxnSpPr>
          <p:cNvPr id="157" name="Google Shape;157;p18"/>
          <p:cNvCxnSpPr/>
          <p:nvPr/>
        </p:nvCxnSpPr>
        <p:spPr>
          <a:xfrm>
            <a:off x="5246825" y="3288544"/>
            <a:ext cx="122700" cy="291900"/>
          </a:xfrm>
          <a:prstGeom prst="straightConnector1">
            <a:avLst/>
          </a:prstGeom>
          <a:noFill/>
          <a:ln cap="flat" cmpd="sng" w="9525">
            <a:solidFill>
              <a:srgbClr val="595959"/>
            </a:solidFill>
            <a:prstDash val="solid"/>
            <a:round/>
            <a:headEnd len="sm" w="sm" type="none"/>
            <a:tailEnd len="med" w="med" type="triangle"/>
          </a:ln>
        </p:spPr>
      </p:cxnSp>
      <p:cxnSp>
        <p:nvCxnSpPr>
          <p:cNvPr id="158" name="Google Shape;158;p18"/>
          <p:cNvCxnSpPr/>
          <p:nvPr/>
        </p:nvCxnSpPr>
        <p:spPr>
          <a:xfrm flipH="1">
            <a:off x="7260100" y="3290963"/>
            <a:ext cx="69300" cy="291900"/>
          </a:xfrm>
          <a:prstGeom prst="straightConnector1">
            <a:avLst/>
          </a:prstGeom>
          <a:noFill/>
          <a:ln cap="flat" cmpd="sng" w="9525">
            <a:solidFill>
              <a:srgbClr val="595959"/>
            </a:solidFill>
            <a:prstDash val="solid"/>
            <a:round/>
            <a:headEnd len="sm" w="sm" type="none"/>
            <a:tailEnd len="med" w="med" type="triangle"/>
          </a:ln>
        </p:spPr>
      </p:cxnSp>
      <p:sp>
        <p:nvSpPr>
          <p:cNvPr id="159" name="Google Shape;159;p18"/>
          <p:cNvSpPr txBox="1"/>
          <p:nvPr/>
        </p:nvSpPr>
        <p:spPr>
          <a:xfrm>
            <a:off x="2822450" y="1486181"/>
            <a:ext cx="497100" cy="196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ja" sz="500" u="none" cap="none" strike="noStrike">
                <a:solidFill>
                  <a:srgbClr val="000000"/>
                </a:solidFill>
                <a:latin typeface="Arial"/>
                <a:ea typeface="Arial"/>
                <a:cs typeface="Arial"/>
                <a:sym typeface="Arial"/>
              </a:rPr>
              <a:t>まばら</a:t>
            </a:r>
            <a:endParaRPr b="0" i="0" sz="500" u="none" cap="none" strike="noStrike">
              <a:solidFill>
                <a:srgbClr val="000000"/>
              </a:solidFill>
              <a:latin typeface="Arial"/>
              <a:ea typeface="Arial"/>
              <a:cs typeface="Arial"/>
              <a:sym typeface="Arial"/>
            </a:endParaRPr>
          </a:p>
        </p:txBody>
      </p:sp>
      <p:sp>
        <p:nvSpPr>
          <p:cNvPr id="160" name="Google Shape;160;p18"/>
          <p:cNvSpPr txBox="1"/>
          <p:nvPr/>
        </p:nvSpPr>
        <p:spPr>
          <a:xfrm>
            <a:off x="5973300" y="789450"/>
            <a:ext cx="1111800" cy="346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疎密波</a:t>
            </a:r>
            <a:endParaRPr b="0" i="0" sz="1400" u="none" cap="none" strike="noStrike">
              <a:solidFill>
                <a:srgbClr val="000000"/>
              </a:solidFill>
              <a:latin typeface="Arial"/>
              <a:ea typeface="Arial"/>
              <a:cs typeface="Arial"/>
              <a:sym typeface="Arial"/>
            </a:endParaRPr>
          </a:p>
        </p:txBody>
      </p:sp>
      <p:sp>
        <p:nvSpPr>
          <p:cNvPr id="161" name="Google Shape;161;p18"/>
          <p:cNvSpPr/>
          <p:nvPr/>
        </p:nvSpPr>
        <p:spPr>
          <a:xfrm>
            <a:off x="6956475" y="876488"/>
            <a:ext cx="497100" cy="1308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62" name="Google Shape;162;p18"/>
          <p:cNvPicPr preferRelativeResize="0"/>
          <p:nvPr/>
        </p:nvPicPr>
        <p:blipFill rotWithShape="1">
          <a:blip r:embed="rId3">
            <a:alphaModFix/>
          </a:blip>
          <a:srcRect b="0" l="0" r="0" t="0"/>
          <a:stretch/>
        </p:blipFill>
        <p:spPr>
          <a:xfrm flipH="1">
            <a:off x="7913012" y="535970"/>
            <a:ext cx="607912" cy="902475"/>
          </a:xfrm>
          <a:prstGeom prst="rect">
            <a:avLst/>
          </a:prstGeom>
          <a:noFill/>
          <a:ln>
            <a:noFill/>
          </a:ln>
        </p:spPr>
      </p:pic>
      <p:cxnSp>
        <p:nvCxnSpPr>
          <p:cNvPr id="163" name="Google Shape;163;p18"/>
          <p:cNvCxnSpPr/>
          <p:nvPr/>
        </p:nvCxnSpPr>
        <p:spPr>
          <a:xfrm flipH="1">
            <a:off x="2915550" y="3291938"/>
            <a:ext cx="3300" cy="295500"/>
          </a:xfrm>
          <a:prstGeom prst="straightConnector1">
            <a:avLst/>
          </a:prstGeom>
          <a:noFill/>
          <a:ln cap="flat" cmpd="sng" w="9525">
            <a:solidFill>
              <a:srgbClr val="595959"/>
            </a:solidFill>
            <a:prstDash val="solid"/>
            <a:round/>
            <a:headEnd len="sm" w="sm" type="none"/>
            <a:tailEnd len="med" w="med" type="triangle"/>
          </a:ln>
        </p:spPr>
      </p:cxnSp>
      <p:cxnSp>
        <p:nvCxnSpPr>
          <p:cNvPr id="164" name="Google Shape;164;p18"/>
          <p:cNvCxnSpPr/>
          <p:nvPr/>
        </p:nvCxnSpPr>
        <p:spPr>
          <a:xfrm>
            <a:off x="5476075" y="3288544"/>
            <a:ext cx="155100" cy="295500"/>
          </a:xfrm>
          <a:prstGeom prst="straightConnector1">
            <a:avLst/>
          </a:prstGeom>
          <a:noFill/>
          <a:ln cap="flat" cmpd="sng" w="9525">
            <a:solidFill>
              <a:srgbClr val="595959"/>
            </a:solidFill>
            <a:prstDash val="solid"/>
            <a:round/>
            <a:headEnd len="sm" w="sm" type="none"/>
            <a:tailEnd len="med" w="med" type="triangle"/>
          </a:ln>
        </p:spPr>
      </p:cxnSp>
      <p:cxnSp>
        <p:nvCxnSpPr>
          <p:cNvPr id="165" name="Google Shape;165;p18"/>
          <p:cNvCxnSpPr/>
          <p:nvPr/>
        </p:nvCxnSpPr>
        <p:spPr>
          <a:xfrm flipH="1">
            <a:off x="6735250" y="3290963"/>
            <a:ext cx="71100" cy="293100"/>
          </a:xfrm>
          <a:prstGeom prst="straightConnector1">
            <a:avLst/>
          </a:prstGeom>
          <a:noFill/>
          <a:ln cap="flat" cmpd="sng" w="9525">
            <a:solidFill>
              <a:srgbClr val="595959"/>
            </a:solidFill>
            <a:prstDash val="solid"/>
            <a:round/>
            <a:headEnd len="sm" w="sm" type="none"/>
            <a:tailEnd len="med" w="med" type="triangle"/>
          </a:ln>
        </p:spPr>
      </p:cxnSp>
      <p:cxnSp>
        <p:nvCxnSpPr>
          <p:cNvPr id="166" name="Google Shape;166;p18"/>
          <p:cNvCxnSpPr/>
          <p:nvPr/>
        </p:nvCxnSpPr>
        <p:spPr>
          <a:xfrm>
            <a:off x="6093325" y="3584363"/>
            <a:ext cx="0" cy="346500"/>
          </a:xfrm>
          <a:prstGeom prst="straightConnector1">
            <a:avLst/>
          </a:prstGeom>
          <a:noFill/>
          <a:ln cap="flat" cmpd="sng" w="28575">
            <a:solidFill>
              <a:srgbClr val="595959"/>
            </a:solidFill>
            <a:prstDash val="solid"/>
            <a:round/>
            <a:headEnd len="sm" w="sm" type="none"/>
            <a:tailEnd len="sm" w="sm" type="none"/>
          </a:ln>
        </p:spPr>
      </p:cxnSp>
      <p:cxnSp>
        <p:nvCxnSpPr>
          <p:cNvPr id="167" name="Google Shape;167;p18"/>
          <p:cNvCxnSpPr/>
          <p:nvPr/>
        </p:nvCxnSpPr>
        <p:spPr>
          <a:xfrm>
            <a:off x="5763425" y="3286125"/>
            <a:ext cx="119400" cy="302700"/>
          </a:xfrm>
          <a:prstGeom prst="straightConnector1">
            <a:avLst/>
          </a:prstGeom>
          <a:noFill/>
          <a:ln cap="flat" cmpd="sng" w="9525">
            <a:solidFill>
              <a:srgbClr val="595959"/>
            </a:solidFill>
            <a:prstDash val="solid"/>
            <a:round/>
            <a:headEnd len="sm" w="sm" type="none"/>
            <a:tailEnd len="med" w="med" type="triangle"/>
          </a:ln>
        </p:spPr>
      </p:cxnSp>
      <p:cxnSp>
        <p:nvCxnSpPr>
          <p:cNvPr id="168" name="Google Shape;168;p18"/>
          <p:cNvCxnSpPr/>
          <p:nvPr/>
        </p:nvCxnSpPr>
        <p:spPr>
          <a:xfrm>
            <a:off x="6005600" y="3289519"/>
            <a:ext cx="87300" cy="287100"/>
          </a:xfrm>
          <a:prstGeom prst="straightConnector1">
            <a:avLst/>
          </a:prstGeom>
          <a:noFill/>
          <a:ln cap="flat" cmpd="sng" w="9525">
            <a:solidFill>
              <a:srgbClr val="595959"/>
            </a:solidFill>
            <a:prstDash val="solid"/>
            <a:round/>
            <a:headEnd len="sm" w="sm" type="none"/>
            <a:tailEnd len="med" w="med" type="triangle"/>
          </a:ln>
        </p:spPr>
      </p:cxnSp>
      <p:cxnSp>
        <p:nvCxnSpPr>
          <p:cNvPr id="169" name="Google Shape;169;p18"/>
          <p:cNvCxnSpPr/>
          <p:nvPr/>
        </p:nvCxnSpPr>
        <p:spPr>
          <a:xfrm>
            <a:off x="5759338" y="2946169"/>
            <a:ext cx="0" cy="346500"/>
          </a:xfrm>
          <a:prstGeom prst="straightConnector1">
            <a:avLst/>
          </a:prstGeom>
          <a:noFill/>
          <a:ln cap="flat" cmpd="sng" w="28575">
            <a:solidFill>
              <a:srgbClr val="595959"/>
            </a:solidFill>
            <a:prstDash val="solid"/>
            <a:round/>
            <a:headEnd len="sm" w="sm" type="none"/>
            <a:tailEnd len="sm" w="sm" type="none"/>
          </a:ln>
        </p:spPr>
      </p:cxnSp>
      <p:sp>
        <p:nvSpPr>
          <p:cNvPr id="170" name="Google Shape;170;p18"/>
          <p:cNvSpPr/>
          <p:nvPr/>
        </p:nvSpPr>
        <p:spPr>
          <a:xfrm rot="-5400000">
            <a:off x="3555100" y="2036944"/>
            <a:ext cx="140700" cy="402000"/>
          </a:xfrm>
          <a:prstGeom prst="lef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18"/>
          <p:cNvSpPr/>
          <p:nvPr/>
        </p:nvSpPr>
        <p:spPr>
          <a:xfrm rot="-5400000">
            <a:off x="5431875" y="2054344"/>
            <a:ext cx="140700" cy="402000"/>
          </a:xfrm>
          <a:prstGeom prst="lef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18"/>
          <p:cNvSpPr/>
          <p:nvPr/>
        </p:nvSpPr>
        <p:spPr>
          <a:xfrm rot="-5400000">
            <a:off x="6688800" y="2054344"/>
            <a:ext cx="140700" cy="402000"/>
          </a:xfrm>
          <a:prstGeom prst="lef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73" name="Google Shape;173;p18"/>
          <p:cNvCxnSpPr/>
          <p:nvPr/>
        </p:nvCxnSpPr>
        <p:spPr>
          <a:xfrm>
            <a:off x="5934950" y="709294"/>
            <a:ext cx="0" cy="130800"/>
          </a:xfrm>
          <a:prstGeom prst="straightConnector1">
            <a:avLst/>
          </a:prstGeom>
          <a:noFill/>
          <a:ln cap="flat" cmpd="sng" w="28575">
            <a:solidFill>
              <a:srgbClr val="595959"/>
            </a:solidFill>
            <a:prstDash val="solid"/>
            <a:round/>
            <a:headEnd len="sm" w="sm" type="none"/>
            <a:tailEnd len="sm" w="sm" type="none"/>
          </a:ln>
        </p:spPr>
      </p:cxnSp>
      <p:cxnSp>
        <p:nvCxnSpPr>
          <p:cNvPr id="174" name="Google Shape;174;p18"/>
          <p:cNvCxnSpPr/>
          <p:nvPr/>
        </p:nvCxnSpPr>
        <p:spPr>
          <a:xfrm>
            <a:off x="5994364" y="709294"/>
            <a:ext cx="0" cy="130800"/>
          </a:xfrm>
          <a:prstGeom prst="straightConnector1">
            <a:avLst/>
          </a:prstGeom>
          <a:noFill/>
          <a:ln cap="flat" cmpd="sng" w="28575">
            <a:solidFill>
              <a:srgbClr val="595959"/>
            </a:solidFill>
            <a:prstDash val="solid"/>
            <a:round/>
            <a:headEnd len="sm" w="sm" type="none"/>
            <a:tailEnd len="sm" w="sm" type="none"/>
          </a:ln>
        </p:spPr>
      </p:cxnSp>
      <p:cxnSp>
        <p:nvCxnSpPr>
          <p:cNvPr id="175" name="Google Shape;175;p18"/>
          <p:cNvCxnSpPr/>
          <p:nvPr/>
        </p:nvCxnSpPr>
        <p:spPr>
          <a:xfrm>
            <a:off x="6056746" y="709294"/>
            <a:ext cx="0" cy="130800"/>
          </a:xfrm>
          <a:prstGeom prst="straightConnector1">
            <a:avLst/>
          </a:prstGeom>
          <a:noFill/>
          <a:ln cap="flat" cmpd="sng" w="28575">
            <a:solidFill>
              <a:srgbClr val="595959"/>
            </a:solidFill>
            <a:prstDash val="solid"/>
            <a:round/>
            <a:headEnd len="sm" w="sm" type="none"/>
            <a:tailEnd len="sm" w="sm" type="none"/>
          </a:ln>
        </p:spPr>
      </p:cxnSp>
      <p:cxnSp>
        <p:nvCxnSpPr>
          <p:cNvPr id="176" name="Google Shape;176;p18"/>
          <p:cNvCxnSpPr/>
          <p:nvPr/>
        </p:nvCxnSpPr>
        <p:spPr>
          <a:xfrm>
            <a:off x="6080547" y="709294"/>
            <a:ext cx="0" cy="130800"/>
          </a:xfrm>
          <a:prstGeom prst="straightConnector1">
            <a:avLst/>
          </a:prstGeom>
          <a:noFill/>
          <a:ln cap="flat" cmpd="sng" w="28575">
            <a:solidFill>
              <a:srgbClr val="595959"/>
            </a:solidFill>
            <a:prstDash val="solid"/>
            <a:round/>
            <a:headEnd len="sm" w="sm" type="none"/>
            <a:tailEnd len="sm" w="sm" type="none"/>
          </a:ln>
        </p:spPr>
      </p:cxnSp>
      <p:cxnSp>
        <p:nvCxnSpPr>
          <p:cNvPr id="177" name="Google Shape;177;p18"/>
          <p:cNvCxnSpPr/>
          <p:nvPr/>
        </p:nvCxnSpPr>
        <p:spPr>
          <a:xfrm>
            <a:off x="6102372" y="709294"/>
            <a:ext cx="0" cy="130800"/>
          </a:xfrm>
          <a:prstGeom prst="straightConnector1">
            <a:avLst/>
          </a:prstGeom>
          <a:noFill/>
          <a:ln cap="flat" cmpd="sng" w="28575">
            <a:solidFill>
              <a:srgbClr val="595959"/>
            </a:solidFill>
            <a:prstDash val="solid"/>
            <a:round/>
            <a:headEnd len="sm" w="sm" type="none"/>
            <a:tailEnd len="sm" w="sm" type="none"/>
          </a:ln>
        </p:spPr>
      </p:cxnSp>
      <p:cxnSp>
        <p:nvCxnSpPr>
          <p:cNvPr id="178" name="Google Shape;178;p18"/>
          <p:cNvCxnSpPr/>
          <p:nvPr/>
        </p:nvCxnSpPr>
        <p:spPr>
          <a:xfrm>
            <a:off x="6146946" y="709294"/>
            <a:ext cx="0" cy="130800"/>
          </a:xfrm>
          <a:prstGeom prst="straightConnector1">
            <a:avLst/>
          </a:prstGeom>
          <a:noFill/>
          <a:ln cap="flat" cmpd="sng" w="28575">
            <a:solidFill>
              <a:srgbClr val="595959"/>
            </a:solidFill>
            <a:prstDash val="solid"/>
            <a:round/>
            <a:headEnd len="sm" w="sm" type="none"/>
            <a:tailEnd len="sm" w="sm" type="none"/>
          </a:ln>
        </p:spPr>
      </p:cxnSp>
      <p:cxnSp>
        <p:nvCxnSpPr>
          <p:cNvPr id="179" name="Google Shape;179;p18"/>
          <p:cNvCxnSpPr/>
          <p:nvPr/>
        </p:nvCxnSpPr>
        <p:spPr>
          <a:xfrm>
            <a:off x="6200399" y="709294"/>
            <a:ext cx="0" cy="130800"/>
          </a:xfrm>
          <a:prstGeom prst="straightConnector1">
            <a:avLst/>
          </a:prstGeom>
          <a:noFill/>
          <a:ln cap="flat" cmpd="sng" w="28575">
            <a:solidFill>
              <a:srgbClr val="595959"/>
            </a:solidFill>
            <a:prstDash val="solid"/>
            <a:round/>
            <a:headEnd len="sm" w="sm" type="none"/>
            <a:tailEnd len="sm" w="sm" type="none"/>
          </a:ln>
        </p:spPr>
      </p:cxnSp>
      <p:cxnSp>
        <p:nvCxnSpPr>
          <p:cNvPr id="180" name="Google Shape;180;p18"/>
          <p:cNvCxnSpPr/>
          <p:nvPr/>
        </p:nvCxnSpPr>
        <p:spPr>
          <a:xfrm>
            <a:off x="6271706" y="709294"/>
            <a:ext cx="0" cy="130800"/>
          </a:xfrm>
          <a:prstGeom prst="straightConnector1">
            <a:avLst/>
          </a:prstGeom>
          <a:noFill/>
          <a:ln cap="flat" cmpd="sng" w="28575">
            <a:solidFill>
              <a:srgbClr val="595959"/>
            </a:solidFill>
            <a:prstDash val="solid"/>
            <a:round/>
            <a:headEnd len="sm" w="sm" type="none"/>
            <a:tailEnd len="sm" w="sm" type="none"/>
          </a:ln>
        </p:spPr>
      </p:cxnSp>
      <p:cxnSp>
        <p:nvCxnSpPr>
          <p:cNvPr id="181" name="Google Shape;181;p18"/>
          <p:cNvCxnSpPr/>
          <p:nvPr/>
        </p:nvCxnSpPr>
        <p:spPr>
          <a:xfrm>
            <a:off x="6328625" y="709294"/>
            <a:ext cx="0" cy="130800"/>
          </a:xfrm>
          <a:prstGeom prst="straightConnector1">
            <a:avLst/>
          </a:prstGeom>
          <a:noFill/>
          <a:ln cap="flat" cmpd="sng" w="28575">
            <a:solidFill>
              <a:srgbClr val="595959"/>
            </a:solidFill>
            <a:prstDash val="solid"/>
            <a:round/>
            <a:headEnd len="sm" w="sm" type="none"/>
            <a:tailEnd len="sm" w="sm" type="none"/>
          </a:ln>
        </p:spPr>
      </p:cxnSp>
      <p:cxnSp>
        <p:nvCxnSpPr>
          <p:cNvPr id="182" name="Google Shape;182;p18"/>
          <p:cNvCxnSpPr/>
          <p:nvPr/>
        </p:nvCxnSpPr>
        <p:spPr>
          <a:xfrm>
            <a:off x="6389017" y="709294"/>
            <a:ext cx="0" cy="130800"/>
          </a:xfrm>
          <a:prstGeom prst="straightConnector1">
            <a:avLst/>
          </a:prstGeom>
          <a:noFill/>
          <a:ln cap="flat" cmpd="sng" w="28575">
            <a:solidFill>
              <a:srgbClr val="595959"/>
            </a:solidFill>
            <a:prstDash val="solid"/>
            <a:round/>
            <a:headEnd len="sm" w="sm" type="none"/>
            <a:tailEnd len="sm" w="sm" type="none"/>
          </a:ln>
        </p:spPr>
      </p:cxnSp>
      <p:cxnSp>
        <p:nvCxnSpPr>
          <p:cNvPr id="183" name="Google Shape;183;p18"/>
          <p:cNvCxnSpPr/>
          <p:nvPr/>
        </p:nvCxnSpPr>
        <p:spPr>
          <a:xfrm>
            <a:off x="6421251" y="709294"/>
            <a:ext cx="0" cy="130800"/>
          </a:xfrm>
          <a:prstGeom prst="straightConnector1">
            <a:avLst/>
          </a:prstGeom>
          <a:noFill/>
          <a:ln cap="flat" cmpd="sng" w="28575">
            <a:solidFill>
              <a:srgbClr val="595959"/>
            </a:solidFill>
            <a:prstDash val="solid"/>
            <a:round/>
            <a:headEnd len="sm" w="sm" type="none"/>
            <a:tailEnd len="sm" w="sm" type="none"/>
          </a:ln>
        </p:spPr>
      </p:cxnSp>
      <p:cxnSp>
        <p:nvCxnSpPr>
          <p:cNvPr id="184" name="Google Shape;184;p18"/>
          <p:cNvCxnSpPr/>
          <p:nvPr/>
        </p:nvCxnSpPr>
        <p:spPr>
          <a:xfrm>
            <a:off x="6452047" y="709294"/>
            <a:ext cx="0" cy="130800"/>
          </a:xfrm>
          <a:prstGeom prst="straightConnector1">
            <a:avLst/>
          </a:prstGeom>
          <a:noFill/>
          <a:ln cap="flat" cmpd="sng" w="28575">
            <a:solidFill>
              <a:srgbClr val="595959"/>
            </a:solidFill>
            <a:prstDash val="solid"/>
            <a:round/>
            <a:headEnd len="sm" w="sm" type="none"/>
            <a:tailEnd len="sm" w="sm" type="none"/>
          </a:ln>
        </p:spPr>
      </p:cxnSp>
      <p:cxnSp>
        <p:nvCxnSpPr>
          <p:cNvPr id="185" name="Google Shape;185;p18"/>
          <p:cNvCxnSpPr/>
          <p:nvPr/>
        </p:nvCxnSpPr>
        <p:spPr>
          <a:xfrm>
            <a:off x="6523331" y="709294"/>
            <a:ext cx="0" cy="130800"/>
          </a:xfrm>
          <a:prstGeom prst="straightConnector1">
            <a:avLst/>
          </a:prstGeom>
          <a:noFill/>
          <a:ln cap="flat" cmpd="sng" w="28575">
            <a:solidFill>
              <a:srgbClr val="595959"/>
            </a:solidFill>
            <a:prstDash val="solid"/>
            <a:round/>
            <a:headEnd len="sm" w="sm" type="none"/>
            <a:tailEnd len="sm" w="sm" type="none"/>
          </a:ln>
        </p:spPr>
      </p:cxnSp>
      <p:cxnSp>
        <p:nvCxnSpPr>
          <p:cNvPr id="186" name="Google Shape;186;p18"/>
          <p:cNvCxnSpPr/>
          <p:nvPr/>
        </p:nvCxnSpPr>
        <p:spPr>
          <a:xfrm>
            <a:off x="6620429" y="709294"/>
            <a:ext cx="0" cy="130800"/>
          </a:xfrm>
          <a:prstGeom prst="straightConnector1">
            <a:avLst/>
          </a:prstGeom>
          <a:noFill/>
          <a:ln cap="flat" cmpd="sng" w="28575">
            <a:solidFill>
              <a:srgbClr val="595959"/>
            </a:solidFill>
            <a:prstDash val="solid"/>
            <a:round/>
            <a:headEnd len="sm" w="sm" type="none"/>
            <a:tailEnd len="sm" w="sm" type="none"/>
          </a:ln>
        </p:spPr>
      </p:cxnSp>
      <p:cxnSp>
        <p:nvCxnSpPr>
          <p:cNvPr id="187" name="Google Shape;187;p18"/>
          <p:cNvCxnSpPr/>
          <p:nvPr/>
        </p:nvCxnSpPr>
        <p:spPr>
          <a:xfrm>
            <a:off x="6644226" y="709294"/>
            <a:ext cx="0" cy="130800"/>
          </a:xfrm>
          <a:prstGeom prst="straightConnector1">
            <a:avLst/>
          </a:prstGeom>
          <a:noFill/>
          <a:ln cap="flat" cmpd="sng" w="28575">
            <a:solidFill>
              <a:srgbClr val="595959"/>
            </a:solidFill>
            <a:prstDash val="solid"/>
            <a:round/>
            <a:headEnd len="sm" w="sm" type="none"/>
            <a:tailEnd len="sm" w="sm" type="none"/>
          </a:ln>
        </p:spPr>
      </p:cxnSp>
      <p:cxnSp>
        <p:nvCxnSpPr>
          <p:cNvPr id="188" name="Google Shape;188;p18"/>
          <p:cNvCxnSpPr/>
          <p:nvPr/>
        </p:nvCxnSpPr>
        <p:spPr>
          <a:xfrm>
            <a:off x="6662007" y="709294"/>
            <a:ext cx="0" cy="130800"/>
          </a:xfrm>
          <a:prstGeom prst="straightConnector1">
            <a:avLst/>
          </a:prstGeom>
          <a:noFill/>
          <a:ln cap="flat" cmpd="sng" w="28575">
            <a:solidFill>
              <a:srgbClr val="595959"/>
            </a:solidFill>
            <a:prstDash val="solid"/>
            <a:round/>
            <a:headEnd len="sm" w="sm" type="none"/>
            <a:tailEnd len="sm" w="sm" type="none"/>
          </a:ln>
        </p:spPr>
      </p:cxnSp>
      <p:cxnSp>
        <p:nvCxnSpPr>
          <p:cNvPr id="189" name="Google Shape;189;p18"/>
          <p:cNvCxnSpPr/>
          <p:nvPr/>
        </p:nvCxnSpPr>
        <p:spPr>
          <a:xfrm>
            <a:off x="6681787" y="709294"/>
            <a:ext cx="0" cy="130800"/>
          </a:xfrm>
          <a:prstGeom prst="straightConnector1">
            <a:avLst/>
          </a:prstGeom>
          <a:noFill/>
          <a:ln cap="flat" cmpd="sng" w="28575">
            <a:solidFill>
              <a:srgbClr val="595959"/>
            </a:solidFill>
            <a:prstDash val="solid"/>
            <a:round/>
            <a:headEnd len="sm" w="sm" type="none"/>
            <a:tailEnd len="sm" w="sm" type="none"/>
          </a:ln>
        </p:spPr>
      </p:cxnSp>
      <p:cxnSp>
        <p:nvCxnSpPr>
          <p:cNvPr id="190" name="Google Shape;190;p18"/>
          <p:cNvCxnSpPr/>
          <p:nvPr/>
        </p:nvCxnSpPr>
        <p:spPr>
          <a:xfrm>
            <a:off x="6726425" y="709294"/>
            <a:ext cx="0" cy="130800"/>
          </a:xfrm>
          <a:prstGeom prst="straightConnector1">
            <a:avLst/>
          </a:prstGeom>
          <a:noFill/>
          <a:ln cap="flat" cmpd="sng" w="28575">
            <a:solidFill>
              <a:srgbClr val="595959"/>
            </a:solidFill>
            <a:prstDash val="solid"/>
            <a:round/>
            <a:headEnd len="sm" w="sm" type="none"/>
            <a:tailEnd len="sm" w="sm" type="none"/>
          </a:ln>
        </p:spPr>
      </p:cxnSp>
      <p:pic>
        <p:nvPicPr>
          <p:cNvPr id="191" name="Google Shape;191;p18"/>
          <p:cNvPicPr preferRelativeResize="0"/>
          <p:nvPr/>
        </p:nvPicPr>
        <p:blipFill rotWithShape="1">
          <a:blip r:embed="rId4">
            <a:alphaModFix/>
          </a:blip>
          <a:srcRect b="0" l="0" r="0" t="0"/>
          <a:stretch/>
        </p:blipFill>
        <p:spPr>
          <a:xfrm>
            <a:off x="5094106" y="611935"/>
            <a:ext cx="431550" cy="452354"/>
          </a:xfrm>
          <a:prstGeom prst="rect">
            <a:avLst/>
          </a:prstGeom>
          <a:noFill/>
          <a:ln>
            <a:noFill/>
          </a:ln>
        </p:spPr>
      </p:pic>
      <p:cxnSp>
        <p:nvCxnSpPr>
          <p:cNvPr id="192" name="Google Shape;192;p18"/>
          <p:cNvCxnSpPr/>
          <p:nvPr/>
        </p:nvCxnSpPr>
        <p:spPr>
          <a:xfrm>
            <a:off x="2731575" y="4358906"/>
            <a:ext cx="4688400" cy="0"/>
          </a:xfrm>
          <a:prstGeom prst="straightConnector1">
            <a:avLst/>
          </a:prstGeom>
          <a:noFill/>
          <a:ln cap="flat" cmpd="sng" w="9525">
            <a:solidFill>
              <a:schemeClr val="dk2"/>
            </a:solidFill>
            <a:prstDash val="solid"/>
            <a:round/>
            <a:headEnd len="sm" w="sm" type="none"/>
            <a:tailEnd len="sm" w="sm" type="none"/>
          </a:ln>
        </p:spPr>
      </p:cxnSp>
      <p:sp>
        <p:nvSpPr>
          <p:cNvPr id="193" name="Google Shape;193;p18"/>
          <p:cNvSpPr/>
          <p:nvPr/>
        </p:nvSpPr>
        <p:spPr>
          <a:xfrm>
            <a:off x="2891800" y="4337081"/>
            <a:ext cx="58200" cy="438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18"/>
          <p:cNvSpPr/>
          <p:nvPr/>
        </p:nvSpPr>
        <p:spPr>
          <a:xfrm>
            <a:off x="3132775" y="4470338"/>
            <a:ext cx="58200" cy="438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18"/>
          <p:cNvSpPr/>
          <p:nvPr/>
        </p:nvSpPr>
        <p:spPr>
          <a:xfrm>
            <a:off x="3386263" y="4542919"/>
            <a:ext cx="58200" cy="438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18"/>
          <p:cNvSpPr/>
          <p:nvPr/>
        </p:nvSpPr>
        <p:spPr>
          <a:xfrm>
            <a:off x="3659900" y="4514681"/>
            <a:ext cx="58200" cy="438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18"/>
          <p:cNvSpPr/>
          <p:nvPr/>
        </p:nvSpPr>
        <p:spPr>
          <a:xfrm>
            <a:off x="3920950" y="4458169"/>
            <a:ext cx="58200" cy="438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18"/>
          <p:cNvSpPr/>
          <p:nvPr/>
        </p:nvSpPr>
        <p:spPr>
          <a:xfrm>
            <a:off x="4184300" y="4382156"/>
            <a:ext cx="58200" cy="438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18"/>
          <p:cNvSpPr/>
          <p:nvPr/>
        </p:nvSpPr>
        <p:spPr>
          <a:xfrm>
            <a:off x="4442800" y="4337081"/>
            <a:ext cx="58200" cy="438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18"/>
          <p:cNvSpPr/>
          <p:nvPr/>
        </p:nvSpPr>
        <p:spPr>
          <a:xfrm>
            <a:off x="4705200" y="4287619"/>
            <a:ext cx="58200" cy="438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18"/>
          <p:cNvSpPr/>
          <p:nvPr/>
        </p:nvSpPr>
        <p:spPr>
          <a:xfrm>
            <a:off x="4987300" y="4215150"/>
            <a:ext cx="58200" cy="438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18"/>
          <p:cNvSpPr/>
          <p:nvPr/>
        </p:nvSpPr>
        <p:spPr>
          <a:xfrm>
            <a:off x="5215000" y="4137525"/>
            <a:ext cx="58200" cy="438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18"/>
          <p:cNvSpPr/>
          <p:nvPr/>
        </p:nvSpPr>
        <p:spPr>
          <a:xfrm>
            <a:off x="5458350" y="4093875"/>
            <a:ext cx="58200" cy="438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18"/>
          <p:cNvSpPr/>
          <p:nvPr/>
        </p:nvSpPr>
        <p:spPr>
          <a:xfrm>
            <a:off x="5735288" y="4126454"/>
            <a:ext cx="58200" cy="438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18"/>
          <p:cNvSpPr/>
          <p:nvPr/>
        </p:nvSpPr>
        <p:spPr>
          <a:xfrm>
            <a:off x="5993800" y="4203750"/>
            <a:ext cx="58200" cy="438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18"/>
          <p:cNvSpPr/>
          <p:nvPr/>
        </p:nvSpPr>
        <p:spPr>
          <a:xfrm>
            <a:off x="6252300" y="4337081"/>
            <a:ext cx="58200" cy="438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18"/>
          <p:cNvSpPr/>
          <p:nvPr/>
        </p:nvSpPr>
        <p:spPr>
          <a:xfrm>
            <a:off x="6505725" y="4394138"/>
            <a:ext cx="58200" cy="438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18"/>
          <p:cNvSpPr/>
          <p:nvPr/>
        </p:nvSpPr>
        <p:spPr>
          <a:xfrm>
            <a:off x="6769300" y="4484738"/>
            <a:ext cx="58200" cy="438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18"/>
          <p:cNvSpPr/>
          <p:nvPr/>
        </p:nvSpPr>
        <p:spPr>
          <a:xfrm>
            <a:off x="7027800" y="4528388"/>
            <a:ext cx="58200" cy="438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18"/>
          <p:cNvSpPr/>
          <p:nvPr/>
        </p:nvSpPr>
        <p:spPr>
          <a:xfrm>
            <a:off x="7290500" y="4484738"/>
            <a:ext cx="58200" cy="438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11" name="Google Shape;211;p18"/>
          <p:cNvCxnSpPr/>
          <p:nvPr/>
        </p:nvCxnSpPr>
        <p:spPr>
          <a:xfrm>
            <a:off x="2910450" y="3307931"/>
            <a:ext cx="8400" cy="1051200"/>
          </a:xfrm>
          <a:prstGeom prst="straightConnector1">
            <a:avLst/>
          </a:prstGeom>
          <a:noFill/>
          <a:ln cap="flat" cmpd="sng" w="9525">
            <a:solidFill>
              <a:srgbClr val="595959"/>
            </a:solidFill>
            <a:prstDash val="dot"/>
            <a:round/>
            <a:headEnd len="sm" w="sm" type="none"/>
            <a:tailEnd len="sm" w="sm" type="none"/>
          </a:ln>
        </p:spPr>
      </p:cxnSp>
      <p:cxnSp>
        <p:nvCxnSpPr>
          <p:cNvPr id="212" name="Google Shape;212;p18"/>
          <p:cNvCxnSpPr/>
          <p:nvPr/>
        </p:nvCxnSpPr>
        <p:spPr>
          <a:xfrm>
            <a:off x="3157675" y="3284681"/>
            <a:ext cx="8400" cy="1051200"/>
          </a:xfrm>
          <a:prstGeom prst="straightConnector1">
            <a:avLst/>
          </a:prstGeom>
          <a:noFill/>
          <a:ln cap="flat" cmpd="sng" w="9525">
            <a:solidFill>
              <a:srgbClr val="595959"/>
            </a:solidFill>
            <a:prstDash val="dot"/>
            <a:round/>
            <a:headEnd len="sm" w="sm" type="none"/>
            <a:tailEnd len="sm" w="sm" type="none"/>
          </a:ln>
        </p:spPr>
      </p:cxnSp>
      <p:cxnSp>
        <p:nvCxnSpPr>
          <p:cNvPr id="213" name="Google Shape;213;p18"/>
          <p:cNvCxnSpPr/>
          <p:nvPr/>
        </p:nvCxnSpPr>
        <p:spPr>
          <a:xfrm>
            <a:off x="3411175" y="3284681"/>
            <a:ext cx="8400" cy="1051200"/>
          </a:xfrm>
          <a:prstGeom prst="straightConnector1">
            <a:avLst/>
          </a:prstGeom>
          <a:noFill/>
          <a:ln cap="flat" cmpd="sng" w="9525">
            <a:solidFill>
              <a:srgbClr val="595959"/>
            </a:solidFill>
            <a:prstDash val="dot"/>
            <a:round/>
            <a:headEnd len="sm" w="sm" type="none"/>
            <a:tailEnd len="sm" w="sm" type="none"/>
          </a:ln>
        </p:spPr>
      </p:cxnSp>
      <p:cxnSp>
        <p:nvCxnSpPr>
          <p:cNvPr id="214" name="Google Shape;214;p18"/>
          <p:cNvCxnSpPr/>
          <p:nvPr/>
        </p:nvCxnSpPr>
        <p:spPr>
          <a:xfrm>
            <a:off x="3684800" y="3284681"/>
            <a:ext cx="8400" cy="1051200"/>
          </a:xfrm>
          <a:prstGeom prst="straightConnector1">
            <a:avLst/>
          </a:prstGeom>
          <a:noFill/>
          <a:ln cap="flat" cmpd="sng" w="9525">
            <a:solidFill>
              <a:srgbClr val="595959"/>
            </a:solidFill>
            <a:prstDash val="dot"/>
            <a:round/>
            <a:headEnd len="sm" w="sm" type="none"/>
            <a:tailEnd len="sm" w="sm" type="none"/>
          </a:ln>
        </p:spPr>
      </p:cxnSp>
      <p:cxnSp>
        <p:nvCxnSpPr>
          <p:cNvPr id="215" name="Google Shape;215;p18"/>
          <p:cNvCxnSpPr/>
          <p:nvPr/>
        </p:nvCxnSpPr>
        <p:spPr>
          <a:xfrm>
            <a:off x="3945838" y="3284681"/>
            <a:ext cx="8400" cy="1051200"/>
          </a:xfrm>
          <a:prstGeom prst="straightConnector1">
            <a:avLst/>
          </a:prstGeom>
          <a:noFill/>
          <a:ln cap="flat" cmpd="sng" w="9525">
            <a:solidFill>
              <a:srgbClr val="595959"/>
            </a:solidFill>
            <a:prstDash val="dot"/>
            <a:round/>
            <a:headEnd len="sm" w="sm" type="none"/>
            <a:tailEnd len="sm" w="sm" type="none"/>
          </a:ln>
        </p:spPr>
      </p:cxnSp>
      <p:cxnSp>
        <p:nvCxnSpPr>
          <p:cNvPr id="216" name="Google Shape;216;p18"/>
          <p:cNvCxnSpPr/>
          <p:nvPr/>
        </p:nvCxnSpPr>
        <p:spPr>
          <a:xfrm>
            <a:off x="4209188" y="3284681"/>
            <a:ext cx="8400" cy="1051200"/>
          </a:xfrm>
          <a:prstGeom prst="straightConnector1">
            <a:avLst/>
          </a:prstGeom>
          <a:noFill/>
          <a:ln cap="flat" cmpd="sng" w="9525">
            <a:solidFill>
              <a:srgbClr val="595959"/>
            </a:solidFill>
            <a:prstDash val="dot"/>
            <a:round/>
            <a:headEnd len="sm" w="sm" type="none"/>
            <a:tailEnd len="sm" w="sm" type="none"/>
          </a:ln>
        </p:spPr>
      </p:cxnSp>
      <p:cxnSp>
        <p:nvCxnSpPr>
          <p:cNvPr id="217" name="Google Shape;217;p18"/>
          <p:cNvCxnSpPr/>
          <p:nvPr/>
        </p:nvCxnSpPr>
        <p:spPr>
          <a:xfrm>
            <a:off x="4467688" y="3296906"/>
            <a:ext cx="8400" cy="1051200"/>
          </a:xfrm>
          <a:prstGeom prst="straightConnector1">
            <a:avLst/>
          </a:prstGeom>
          <a:noFill/>
          <a:ln cap="flat" cmpd="sng" w="9525">
            <a:solidFill>
              <a:srgbClr val="595959"/>
            </a:solidFill>
            <a:prstDash val="dot"/>
            <a:round/>
            <a:headEnd len="sm" w="sm" type="none"/>
            <a:tailEnd len="sm" w="sm" type="none"/>
          </a:ln>
        </p:spPr>
      </p:cxnSp>
      <p:cxnSp>
        <p:nvCxnSpPr>
          <p:cNvPr id="218" name="Google Shape;218;p18"/>
          <p:cNvCxnSpPr/>
          <p:nvPr/>
        </p:nvCxnSpPr>
        <p:spPr>
          <a:xfrm>
            <a:off x="4731788" y="3264281"/>
            <a:ext cx="8400" cy="1051200"/>
          </a:xfrm>
          <a:prstGeom prst="straightConnector1">
            <a:avLst/>
          </a:prstGeom>
          <a:noFill/>
          <a:ln cap="flat" cmpd="sng" w="9525">
            <a:solidFill>
              <a:srgbClr val="595959"/>
            </a:solidFill>
            <a:prstDash val="dot"/>
            <a:round/>
            <a:headEnd len="sm" w="sm" type="none"/>
            <a:tailEnd len="sm" w="sm" type="none"/>
          </a:ln>
        </p:spPr>
      </p:cxnSp>
      <p:cxnSp>
        <p:nvCxnSpPr>
          <p:cNvPr id="219" name="Google Shape;219;p18"/>
          <p:cNvCxnSpPr/>
          <p:nvPr/>
        </p:nvCxnSpPr>
        <p:spPr>
          <a:xfrm>
            <a:off x="4992488" y="3296906"/>
            <a:ext cx="8400" cy="1051200"/>
          </a:xfrm>
          <a:prstGeom prst="straightConnector1">
            <a:avLst/>
          </a:prstGeom>
          <a:noFill/>
          <a:ln cap="flat" cmpd="sng" w="9525">
            <a:solidFill>
              <a:srgbClr val="595959"/>
            </a:solidFill>
            <a:prstDash val="dot"/>
            <a:round/>
            <a:headEnd len="sm" w="sm" type="none"/>
            <a:tailEnd len="sm" w="sm" type="none"/>
          </a:ln>
        </p:spPr>
      </p:cxnSp>
      <p:cxnSp>
        <p:nvCxnSpPr>
          <p:cNvPr id="220" name="Google Shape;220;p18"/>
          <p:cNvCxnSpPr/>
          <p:nvPr/>
        </p:nvCxnSpPr>
        <p:spPr>
          <a:xfrm>
            <a:off x="5233863" y="3296906"/>
            <a:ext cx="8400" cy="1051200"/>
          </a:xfrm>
          <a:prstGeom prst="straightConnector1">
            <a:avLst/>
          </a:prstGeom>
          <a:noFill/>
          <a:ln cap="flat" cmpd="sng" w="9525">
            <a:solidFill>
              <a:srgbClr val="595959"/>
            </a:solidFill>
            <a:prstDash val="dot"/>
            <a:round/>
            <a:headEnd len="sm" w="sm" type="none"/>
            <a:tailEnd len="sm" w="sm" type="none"/>
          </a:ln>
        </p:spPr>
      </p:cxnSp>
      <p:cxnSp>
        <p:nvCxnSpPr>
          <p:cNvPr id="221" name="Google Shape;221;p18"/>
          <p:cNvCxnSpPr/>
          <p:nvPr/>
        </p:nvCxnSpPr>
        <p:spPr>
          <a:xfrm>
            <a:off x="5484575" y="3296906"/>
            <a:ext cx="8400" cy="1051200"/>
          </a:xfrm>
          <a:prstGeom prst="straightConnector1">
            <a:avLst/>
          </a:prstGeom>
          <a:noFill/>
          <a:ln cap="flat" cmpd="sng" w="9525">
            <a:solidFill>
              <a:srgbClr val="595959"/>
            </a:solidFill>
            <a:prstDash val="dot"/>
            <a:round/>
            <a:headEnd len="sm" w="sm" type="none"/>
            <a:tailEnd len="sm" w="sm" type="none"/>
          </a:ln>
        </p:spPr>
      </p:cxnSp>
      <p:cxnSp>
        <p:nvCxnSpPr>
          <p:cNvPr id="222" name="Google Shape;222;p18"/>
          <p:cNvCxnSpPr/>
          <p:nvPr/>
        </p:nvCxnSpPr>
        <p:spPr>
          <a:xfrm>
            <a:off x="5760200" y="3296906"/>
            <a:ext cx="8400" cy="1051200"/>
          </a:xfrm>
          <a:prstGeom prst="straightConnector1">
            <a:avLst/>
          </a:prstGeom>
          <a:noFill/>
          <a:ln cap="flat" cmpd="sng" w="9525">
            <a:solidFill>
              <a:srgbClr val="595959"/>
            </a:solidFill>
            <a:prstDash val="dot"/>
            <a:round/>
            <a:headEnd len="sm" w="sm" type="none"/>
            <a:tailEnd len="sm" w="sm" type="none"/>
          </a:ln>
        </p:spPr>
      </p:cxnSp>
      <p:cxnSp>
        <p:nvCxnSpPr>
          <p:cNvPr id="223" name="Google Shape;223;p18"/>
          <p:cNvCxnSpPr/>
          <p:nvPr/>
        </p:nvCxnSpPr>
        <p:spPr>
          <a:xfrm>
            <a:off x="6018688" y="3307931"/>
            <a:ext cx="8400" cy="1051200"/>
          </a:xfrm>
          <a:prstGeom prst="straightConnector1">
            <a:avLst/>
          </a:prstGeom>
          <a:noFill/>
          <a:ln cap="flat" cmpd="sng" w="9525">
            <a:solidFill>
              <a:srgbClr val="595959"/>
            </a:solidFill>
            <a:prstDash val="dot"/>
            <a:round/>
            <a:headEnd len="sm" w="sm" type="none"/>
            <a:tailEnd len="sm" w="sm" type="none"/>
          </a:ln>
        </p:spPr>
      </p:cxnSp>
      <p:cxnSp>
        <p:nvCxnSpPr>
          <p:cNvPr id="224" name="Google Shape;224;p18"/>
          <p:cNvCxnSpPr/>
          <p:nvPr/>
        </p:nvCxnSpPr>
        <p:spPr>
          <a:xfrm>
            <a:off x="6277188" y="3284681"/>
            <a:ext cx="8400" cy="1051200"/>
          </a:xfrm>
          <a:prstGeom prst="straightConnector1">
            <a:avLst/>
          </a:prstGeom>
          <a:noFill/>
          <a:ln cap="flat" cmpd="sng" w="9525">
            <a:solidFill>
              <a:srgbClr val="595959"/>
            </a:solidFill>
            <a:prstDash val="dot"/>
            <a:round/>
            <a:headEnd len="sm" w="sm" type="none"/>
            <a:tailEnd len="sm" w="sm" type="none"/>
          </a:ln>
        </p:spPr>
      </p:cxnSp>
      <p:cxnSp>
        <p:nvCxnSpPr>
          <p:cNvPr id="225" name="Google Shape;225;p18"/>
          <p:cNvCxnSpPr/>
          <p:nvPr/>
        </p:nvCxnSpPr>
        <p:spPr>
          <a:xfrm>
            <a:off x="6530613" y="3296906"/>
            <a:ext cx="8400" cy="1051200"/>
          </a:xfrm>
          <a:prstGeom prst="straightConnector1">
            <a:avLst/>
          </a:prstGeom>
          <a:noFill/>
          <a:ln cap="flat" cmpd="sng" w="9525">
            <a:solidFill>
              <a:srgbClr val="595959"/>
            </a:solidFill>
            <a:prstDash val="dot"/>
            <a:round/>
            <a:headEnd len="sm" w="sm" type="none"/>
            <a:tailEnd len="sm" w="sm" type="none"/>
          </a:ln>
        </p:spPr>
      </p:cxnSp>
      <p:cxnSp>
        <p:nvCxnSpPr>
          <p:cNvPr id="226" name="Google Shape;226;p18"/>
          <p:cNvCxnSpPr/>
          <p:nvPr/>
        </p:nvCxnSpPr>
        <p:spPr>
          <a:xfrm>
            <a:off x="6788450" y="3284681"/>
            <a:ext cx="8400" cy="1051200"/>
          </a:xfrm>
          <a:prstGeom prst="straightConnector1">
            <a:avLst/>
          </a:prstGeom>
          <a:noFill/>
          <a:ln cap="flat" cmpd="sng" w="9525">
            <a:solidFill>
              <a:srgbClr val="595959"/>
            </a:solidFill>
            <a:prstDash val="dot"/>
            <a:round/>
            <a:headEnd len="sm" w="sm" type="none"/>
            <a:tailEnd len="sm" w="sm" type="none"/>
          </a:ln>
        </p:spPr>
      </p:cxnSp>
      <p:cxnSp>
        <p:nvCxnSpPr>
          <p:cNvPr id="227" name="Google Shape;227;p18"/>
          <p:cNvCxnSpPr/>
          <p:nvPr/>
        </p:nvCxnSpPr>
        <p:spPr>
          <a:xfrm>
            <a:off x="7051925" y="3284681"/>
            <a:ext cx="8400" cy="1051200"/>
          </a:xfrm>
          <a:prstGeom prst="straightConnector1">
            <a:avLst/>
          </a:prstGeom>
          <a:noFill/>
          <a:ln cap="flat" cmpd="sng" w="9525">
            <a:solidFill>
              <a:srgbClr val="595959"/>
            </a:solidFill>
            <a:prstDash val="dot"/>
            <a:round/>
            <a:headEnd len="sm" w="sm" type="none"/>
            <a:tailEnd len="sm" w="sm" type="none"/>
          </a:ln>
        </p:spPr>
      </p:cxnSp>
      <p:cxnSp>
        <p:nvCxnSpPr>
          <p:cNvPr id="228" name="Google Shape;228;p18"/>
          <p:cNvCxnSpPr/>
          <p:nvPr/>
        </p:nvCxnSpPr>
        <p:spPr>
          <a:xfrm>
            <a:off x="7315400" y="3300188"/>
            <a:ext cx="8400" cy="1051200"/>
          </a:xfrm>
          <a:prstGeom prst="straightConnector1">
            <a:avLst/>
          </a:prstGeom>
          <a:noFill/>
          <a:ln cap="flat" cmpd="sng" w="9525">
            <a:solidFill>
              <a:srgbClr val="595959"/>
            </a:solidFill>
            <a:prstDash val="dot"/>
            <a:round/>
            <a:headEnd len="sm" w="sm" type="none"/>
            <a:tailEnd len="sm" w="sm" type="none"/>
          </a:ln>
        </p:spPr>
      </p:cxnSp>
      <p:sp>
        <p:nvSpPr>
          <p:cNvPr id="229" name="Google Shape;229;p18"/>
          <p:cNvSpPr/>
          <p:nvPr/>
        </p:nvSpPr>
        <p:spPr>
          <a:xfrm>
            <a:off x="2802600" y="4114002"/>
            <a:ext cx="4542950" cy="457163"/>
          </a:xfrm>
          <a:custGeom>
            <a:rect b="b" l="l" r="r" t="t"/>
            <a:pathLst>
              <a:path extrusionOk="0" h="24382" w="181718">
                <a:moveTo>
                  <a:pt x="0" y="8154"/>
                </a:moveTo>
                <a:cubicBezTo>
                  <a:pt x="732" y="8972"/>
                  <a:pt x="2046" y="11039"/>
                  <a:pt x="4392" y="13062"/>
                </a:cubicBezTo>
                <a:cubicBezTo>
                  <a:pt x="6738" y="15085"/>
                  <a:pt x="10720" y="18421"/>
                  <a:pt x="14078" y="20294"/>
                </a:cubicBezTo>
                <a:cubicBezTo>
                  <a:pt x="17436" y="22167"/>
                  <a:pt x="20880" y="23889"/>
                  <a:pt x="24539" y="24298"/>
                </a:cubicBezTo>
                <a:cubicBezTo>
                  <a:pt x="28198" y="24707"/>
                  <a:pt x="32418" y="23545"/>
                  <a:pt x="36034" y="22748"/>
                </a:cubicBezTo>
                <a:cubicBezTo>
                  <a:pt x="39650" y="21952"/>
                  <a:pt x="42815" y="20746"/>
                  <a:pt x="46237" y="19519"/>
                </a:cubicBezTo>
                <a:cubicBezTo>
                  <a:pt x="49660" y="18292"/>
                  <a:pt x="53082" y="16462"/>
                  <a:pt x="56569" y="15386"/>
                </a:cubicBezTo>
                <a:cubicBezTo>
                  <a:pt x="60056" y="14310"/>
                  <a:pt x="63630" y="13902"/>
                  <a:pt x="67160" y="13062"/>
                </a:cubicBezTo>
                <a:cubicBezTo>
                  <a:pt x="70690" y="12223"/>
                  <a:pt x="74155" y="11490"/>
                  <a:pt x="77750" y="10349"/>
                </a:cubicBezTo>
                <a:cubicBezTo>
                  <a:pt x="81345" y="9208"/>
                  <a:pt x="85392" y="7508"/>
                  <a:pt x="88728" y="6216"/>
                </a:cubicBezTo>
                <a:cubicBezTo>
                  <a:pt x="92065" y="4925"/>
                  <a:pt x="94648" y="3633"/>
                  <a:pt x="97769" y="2600"/>
                </a:cubicBezTo>
                <a:cubicBezTo>
                  <a:pt x="100890" y="1567"/>
                  <a:pt x="103946" y="168"/>
                  <a:pt x="107455" y="17"/>
                </a:cubicBezTo>
                <a:cubicBezTo>
                  <a:pt x="110964" y="-134"/>
                  <a:pt x="115312" y="770"/>
                  <a:pt x="118821" y="1696"/>
                </a:cubicBezTo>
                <a:cubicBezTo>
                  <a:pt x="122330" y="2622"/>
                  <a:pt x="125128" y="3763"/>
                  <a:pt x="128507" y="5571"/>
                </a:cubicBezTo>
                <a:cubicBezTo>
                  <a:pt x="131887" y="7379"/>
                  <a:pt x="135482" y="10672"/>
                  <a:pt x="139098" y="12545"/>
                </a:cubicBezTo>
                <a:cubicBezTo>
                  <a:pt x="142714" y="14418"/>
                  <a:pt x="146783" y="15451"/>
                  <a:pt x="150205" y="16807"/>
                </a:cubicBezTo>
                <a:cubicBezTo>
                  <a:pt x="153628" y="18163"/>
                  <a:pt x="156254" y="19541"/>
                  <a:pt x="159633" y="20682"/>
                </a:cubicBezTo>
                <a:cubicBezTo>
                  <a:pt x="163013" y="21823"/>
                  <a:pt x="166801" y="23523"/>
                  <a:pt x="170482" y="23652"/>
                </a:cubicBezTo>
                <a:cubicBezTo>
                  <a:pt x="174163" y="23781"/>
                  <a:pt x="179845" y="21822"/>
                  <a:pt x="181718" y="21456"/>
                </a:cubicBezTo>
              </a:path>
            </a:pathLst>
          </a:cu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0" name="Google Shape;230;p18"/>
          <p:cNvCxnSpPr/>
          <p:nvPr/>
        </p:nvCxnSpPr>
        <p:spPr>
          <a:xfrm rot="10800000">
            <a:off x="3048000" y="3935138"/>
            <a:ext cx="122700" cy="2400"/>
          </a:xfrm>
          <a:prstGeom prst="straightConnector1">
            <a:avLst/>
          </a:prstGeom>
          <a:noFill/>
          <a:ln cap="flat" cmpd="sng" w="9525">
            <a:solidFill>
              <a:srgbClr val="FF00FF"/>
            </a:solidFill>
            <a:prstDash val="solid"/>
            <a:round/>
            <a:headEnd len="sm" w="sm" type="none"/>
            <a:tailEnd len="med" w="med" type="stealth"/>
          </a:ln>
        </p:spPr>
      </p:cxnSp>
      <p:cxnSp>
        <p:nvCxnSpPr>
          <p:cNvPr id="231" name="Google Shape;231;p18"/>
          <p:cNvCxnSpPr/>
          <p:nvPr/>
        </p:nvCxnSpPr>
        <p:spPr>
          <a:xfrm rot="10800000">
            <a:off x="3231950" y="3933938"/>
            <a:ext cx="180900" cy="3600"/>
          </a:xfrm>
          <a:prstGeom prst="straightConnector1">
            <a:avLst/>
          </a:prstGeom>
          <a:noFill/>
          <a:ln cap="flat" cmpd="sng" w="9525">
            <a:solidFill>
              <a:srgbClr val="FF00FF"/>
            </a:solidFill>
            <a:prstDash val="solid"/>
            <a:round/>
            <a:headEnd len="sm" w="sm" type="none"/>
            <a:tailEnd len="med" w="med" type="stealth"/>
          </a:ln>
        </p:spPr>
      </p:cxnSp>
      <p:cxnSp>
        <p:nvCxnSpPr>
          <p:cNvPr id="232" name="Google Shape;232;p18"/>
          <p:cNvCxnSpPr/>
          <p:nvPr/>
        </p:nvCxnSpPr>
        <p:spPr>
          <a:xfrm rot="10800000">
            <a:off x="3545100" y="3935738"/>
            <a:ext cx="145800" cy="0"/>
          </a:xfrm>
          <a:prstGeom prst="straightConnector1">
            <a:avLst/>
          </a:prstGeom>
          <a:noFill/>
          <a:ln cap="flat" cmpd="sng" w="9525">
            <a:solidFill>
              <a:srgbClr val="FF00FF"/>
            </a:solidFill>
            <a:prstDash val="solid"/>
            <a:round/>
            <a:headEnd len="sm" w="sm" type="none"/>
            <a:tailEnd len="med" w="med" type="stealth"/>
          </a:ln>
        </p:spPr>
      </p:cxnSp>
      <p:cxnSp>
        <p:nvCxnSpPr>
          <p:cNvPr id="233" name="Google Shape;233;p18"/>
          <p:cNvCxnSpPr/>
          <p:nvPr/>
        </p:nvCxnSpPr>
        <p:spPr>
          <a:xfrm rot="10800000">
            <a:off x="3816300" y="3937538"/>
            <a:ext cx="135000" cy="1800"/>
          </a:xfrm>
          <a:prstGeom prst="straightConnector1">
            <a:avLst/>
          </a:prstGeom>
          <a:noFill/>
          <a:ln cap="flat" cmpd="sng" w="9525">
            <a:solidFill>
              <a:srgbClr val="FF00FF"/>
            </a:solidFill>
            <a:prstDash val="solid"/>
            <a:round/>
            <a:headEnd len="sm" w="sm" type="none"/>
            <a:tailEnd len="med" w="med" type="stealth"/>
          </a:ln>
        </p:spPr>
      </p:cxnSp>
      <p:cxnSp>
        <p:nvCxnSpPr>
          <p:cNvPr id="234" name="Google Shape;234;p18"/>
          <p:cNvCxnSpPr/>
          <p:nvPr/>
        </p:nvCxnSpPr>
        <p:spPr>
          <a:xfrm rot="10800000">
            <a:off x="4132800" y="3939338"/>
            <a:ext cx="79200" cy="0"/>
          </a:xfrm>
          <a:prstGeom prst="straightConnector1">
            <a:avLst/>
          </a:prstGeom>
          <a:noFill/>
          <a:ln cap="flat" cmpd="sng" w="9525">
            <a:solidFill>
              <a:srgbClr val="FF00FF"/>
            </a:solidFill>
            <a:prstDash val="solid"/>
            <a:round/>
            <a:headEnd len="sm" w="sm" type="none"/>
            <a:tailEnd len="med" w="med" type="stealth"/>
          </a:ln>
        </p:spPr>
      </p:cxnSp>
      <p:cxnSp>
        <p:nvCxnSpPr>
          <p:cNvPr id="235" name="Google Shape;235;p18"/>
          <p:cNvCxnSpPr/>
          <p:nvPr/>
        </p:nvCxnSpPr>
        <p:spPr>
          <a:xfrm>
            <a:off x="4744325" y="3935738"/>
            <a:ext cx="66600" cy="1800"/>
          </a:xfrm>
          <a:prstGeom prst="straightConnector1">
            <a:avLst/>
          </a:prstGeom>
          <a:noFill/>
          <a:ln cap="flat" cmpd="sng" w="9525">
            <a:solidFill>
              <a:srgbClr val="00FF00"/>
            </a:solidFill>
            <a:prstDash val="solid"/>
            <a:round/>
            <a:headEnd len="sm" w="sm" type="none"/>
            <a:tailEnd len="med" w="med" type="stealth"/>
          </a:ln>
        </p:spPr>
      </p:cxnSp>
      <p:cxnSp>
        <p:nvCxnSpPr>
          <p:cNvPr id="236" name="Google Shape;236;p18"/>
          <p:cNvCxnSpPr/>
          <p:nvPr/>
        </p:nvCxnSpPr>
        <p:spPr>
          <a:xfrm>
            <a:off x="5001425" y="3938438"/>
            <a:ext cx="117900" cy="0"/>
          </a:xfrm>
          <a:prstGeom prst="straightConnector1">
            <a:avLst/>
          </a:prstGeom>
          <a:noFill/>
          <a:ln cap="flat" cmpd="sng" w="9525">
            <a:solidFill>
              <a:srgbClr val="00FF00"/>
            </a:solidFill>
            <a:prstDash val="solid"/>
            <a:round/>
            <a:headEnd len="sm" w="sm" type="none"/>
            <a:tailEnd len="med" w="med" type="stealth"/>
          </a:ln>
        </p:spPr>
      </p:cxnSp>
      <p:cxnSp>
        <p:nvCxnSpPr>
          <p:cNvPr id="237" name="Google Shape;237;p18"/>
          <p:cNvCxnSpPr/>
          <p:nvPr/>
        </p:nvCxnSpPr>
        <p:spPr>
          <a:xfrm>
            <a:off x="5233875" y="3939338"/>
            <a:ext cx="147000" cy="0"/>
          </a:xfrm>
          <a:prstGeom prst="straightConnector1">
            <a:avLst/>
          </a:prstGeom>
          <a:noFill/>
          <a:ln cap="flat" cmpd="sng" w="9525">
            <a:solidFill>
              <a:srgbClr val="00FF00"/>
            </a:solidFill>
            <a:prstDash val="solid"/>
            <a:round/>
            <a:headEnd len="sm" w="sm" type="none"/>
            <a:tailEnd len="med" w="med" type="stealth"/>
          </a:ln>
        </p:spPr>
      </p:cxnSp>
      <p:cxnSp>
        <p:nvCxnSpPr>
          <p:cNvPr id="238" name="Google Shape;238;p18"/>
          <p:cNvCxnSpPr/>
          <p:nvPr/>
        </p:nvCxnSpPr>
        <p:spPr>
          <a:xfrm>
            <a:off x="5492975" y="3938438"/>
            <a:ext cx="147000" cy="0"/>
          </a:xfrm>
          <a:prstGeom prst="straightConnector1">
            <a:avLst/>
          </a:prstGeom>
          <a:noFill/>
          <a:ln cap="flat" cmpd="sng" w="9525">
            <a:solidFill>
              <a:srgbClr val="00FF00"/>
            </a:solidFill>
            <a:prstDash val="solid"/>
            <a:round/>
            <a:headEnd len="sm" w="sm" type="none"/>
            <a:tailEnd len="med" w="med" type="stealth"/>
          </a:ln>
        </p:spPr>
      </p:cxnSp>
      <p:cxnSp>
        <p:nvCxnSpPr>
          <p:cNvPr id="239" name="Google Shape;239;p18"/>
          <p:cNvCxnSpPr/>
          <p:nvPr/>
        </p:nvCxnSpPr>
        <p:spPr>
          <a:xfrm>
            <a:off x="5764775" y="3930638"/>
            <a:ext cx="127800" cy="0"/>
          </a:xfrm>
          <a:prstGeom prst="straightConnector1">
            <a:avLst/>
          </a:prstGeom>
          <a:noFill/>
          <a:ln cap="flat" cmpd="sng" w="9525">
            <a:solidFill>
              <a:srgbClr val="00FF00"/>
            </a:solidFill>
            <a:prstDash val="solid"/>
            <a:round/>
            <a:headEnd len="sm" w="sm" type="none"/>
            <a:tailEnd len="med" w="med" type="stealth"/>
          </a:ln>
        </p:spPr>
      </p:cxnSp>
      <p:cxnSp>
        <p:nvCxnSpPr>
          <p:cNvPr id="240" name="Google Shape;240;p18"/>
          <p:cNvCxnSpPr/>
          <p:nvPr/>
        </p:nvCxnSpPr>
        <p:spPr>
          <a:xfrm>
            <a:off x="6015013" y="3935738"/>
            <a:ext cx="95400" cy="900"/>
          </a:xfrm>
          <a:prstGeom prst="straightConnector1">
            <a:avLst/>
          </a:prstGeom>
          <a:noFill/>
          <a:ln cap="flat" cmpd="sng" w="9525">
            <a:solidFill>
              <a:srgbClr val="00FF00"/>
            </a:solidFill>
            <a:prstDash val="solid"/>
            <a:round/>
            <a:headEnd len="sm" w="sm" type="none"/>
            <a:tailEnd len="med" w="med" type="stealth"/>
          </a:ln>
        </p:spPr>
      </p:cxnSp>
      <p:cxnSp>
        <p:nvCxnSpPr>
          <p:cNvPr id="241" name="Google Shape;241;p18"/>
          <p:cNvCxnSpPr/>
          <p:nvPr/>
        </p:nvCxnSpPr>
        <p:spPr>
          <a:xfrm flipH="1">
            <a:off x="6479400" y="3938756"/>
            <a:ext cx="65400" cy="900"/>
          </a:xfrm>
          <a:prstGeom prst="straightConnector1">
            <a:avLst/>
          </a:prstGeom>
          <a:noFill/>
          <a:ln cap="flat" cmpd="sng" w="9525">
            <a:solidFill>
              <a:srgbClr val="FF00FF"/>
            </a:solidFill>
            <a:prstDash val="solid"/>
            <a:round/>
            <a:headEnd len="sm" w="sm" type="none"/>
            <a:tailEnd len="med" w="med" type="stealth"/>
          </a:ln>
        </p:spPr>
      </p:cxnSp>
      <p:cxnSp>
        <p:nvCxnSpPr>
          <p:cNvPr id="242" name="Google Shape;242;p18"/>
          <p:cNvCxnSpPr/>
          <p:nvPr/>
        </p:nvCxnSpPr>
        <p:spPr>
          <a:xfrm rot="10800000">
            <a:off x="6711050" y="3937500"/>
            <a:ext cx="85800" cy="1500"/>
          </a:xfrm>
          <a:prstGeom prst="straightConnector1">
            <a:avLst/>
          </a:prstGeom>
          <a:noFill/>
          <a:ln cap="flat" cmpd="sng" w="9525">
            <a:solidFill>
              <a:srgbClr val="FF00FF"/>
            </a:solidFill>
            <a:prstDash val="solid"/>
            <a:round/>
            <a:headEnd len="sm" w="sm" type="none"/>
            <a:tailEnd len="med" w="med" type="stealth"/>
          </a:ln>
        </p:spPr>
      </p:cxnSp>
      <p:cxnSp>
        <p:nvCxnSpPr>
          <p:cNvPr id="243" name="Google Shape;243;p18"/>
          <p:cNvCxnSpPr/>
          <p:nvPr/>
        </p:nvCxnSpPr>
        <p:spPr>
          <a:xfrm rot="10800000">
            <a:off x="6907925" y="3936506"/>
            <a:ext cx="144000" cy="4500"/>
          </a:xfrm>
          <a:prstGeom prst="straightConnector1">
            <a:avLst/>
          </a:prstGeom>
          <a:noFill/>
          <a:ln cap="flat" cmpd="sng" w="9525">
            <a:solidFill>
              <a:srgbClr val="FF00FF"/>
            </a:solidFill>
            <a:prstDash val="solid"/>
            <a:round/>
            <a:headEnd len="sm" w="sm" type="none"/>
            <a:tailEnd len="med" w="med" type="stealth"/>
          </a:ln>
        </p:spPr>
      </p:cxnSp>
      <p:cxnSp>
        <p:nvCxnSpPr>
          <p:cNvPr id="244" name="Google Shape;244;p18"/>
          <p:cNvCxnSpPr/>
          <p:nvPr/>
        </p:nvCxnSpPr>
        <p:spPr>
          <a:xfrm rot="10800000">
            <a:off x="7248525" y="3936300"/>
            <a:ext cx="77400" cy="5400"/>
          </a:xfrm>
          <a:prstGeom prst="straightConnector1">
            <a:avLst/>
          </a:prstGeom>
          <a:noFill/>
          <a:ln cap="flat" cmpd="sng" w="9525">
            <a:solidFill>
              <a:srgbClr val="FF00FF"/>
            </a:solidFill>
            <a:prstDash val="solid"/>
            <a:round/>
            <a:headEnd len="sm" w="sm" type="none"/>
            <a:tailEnd len="med" w="med" type="stealth"/>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19"/>
          <p:cNvSpPr txBox="1"/>
          <p:nvPr>
            <p:ph type="title"/>
          </p:nvPr>
        </p:nvSpPr>
        <p:spPr>
          <a:xfrm>
            <a:off x="162744" y="87474"/>
            <a:ext cx="8229600" cy="378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3000"/>
              <a:buNone/>
            </a:pPr>
            <a:r>
              <a:rPr lang="ja"/>
              <a:t>音をコンピュータで扱うためには</a:t>
            </a:r>
            <a:endParaRPr/>
          </a:p>
        </p:txBody>
      </p:sp>
      <p:sp>
        <p:nvSpPr>
          <p:cNvPr id="251" name="Google Shape;251;p19"/>
          <p:cNvSpPr txBox="1"/>
          <p:nvPr>
            <p:ph idx="1" type="body"/>
          </p:nvPr>
        </p:nvSpPr>
        <p:spPr>
          <a:xfrm>
            <a:off x="162744" y="699542"/>
            <a:ext cx="8229600" cy="3744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560"/>
              </a:spcBef>
              <a:spcAft>
                <a:spcPts val="0"/>
              </a:spcAft>
              <a:buSzPts val="2400"/>
              <a:buNone/>
            </a:pPr>
            <a:r>
              <a:rPr lang="ja" sz="2100"/>
              <a:t>音の振動は波として表現される＝アナログ信号</a:t>
            </a:r>
            <a:endParaRPr sz="2100"/>
          </a:p>
          <a:p>
            <a:pPr indent="0" lvl="0" marL="0" rtl="0" algn="l">
              <a:lnSpc>
                <a:spcPct val="100000"/>
              </a:lnSpc>
              <a:spcBef>
                <a:spcPts val="560"/>
              </a:spcBef>
              <a:spcAft>
                <a:spcPts val="0"/>
              </a:spcAft>
              <a:buSzPts val="2400"/>
              <a:buNone/>
            </a:pPr>
            <a:r>
              <a:rPr lang="ja" sz="2100"/>
              <a:t>コンピュータで扱うためには</a:t>
            </a:r>
            <a:r>
              <a:rPr b="1" lang="ja" sz="2100" u="sng"/>
              <a:t>ディジタル信号</a:t>
            </a:r>
            <a:r>
              <a:rPr lang="ja" sz="2100"/>
              <a:t>に変換する必要がある</a:t>
            </a:r>
            <a:endParaRPr sz="2100"/>
          </a:p>
          <a:p>
            <a:pPr indent="0" lvl="0" marL="0" rtl="0" algn="l">
              <a:lnSpc>
                <a:spcPct val="100000"/>
              </a:lnSpc>
              <a:spcBef>
                <a:spcPts val="560"/>
              </a:spcBef>
              <a:spcAft>
                <a:spcPts val="0"/>
              </a:spcAft>
              <a:buSzPts val="2400"/>
              <a:buNone/>
            </a:pPr>
            <a:r>
              <a:rPr lang="ja"/>
              <a:t>　　　　　　　　　　　　　011010100101010010</a:t>
            </a:r>
            <a:endParaRPr/>
          </a:p>
          <a:p>
            <a:pPr indent="0" lvl="0" marL="0" rtl="0" algn="l">
              <a:lnSpc>
                <a:spcPct val="100000"/>
              </a:lnSpc>
              <a:spcBef>
                <a:spcPts val="560"/>
              </a:spcBef>
              <a:spcAft>
                <a:spcPts val="0"/>
              </a:spcAft>
              <a:buSzPts val="2400"/>
              <a:buNone/>
            </a:pPr>
            <a:r>
              <a:rPr lang="ja" sz="2000"/>
              <a:t>ではどのように0と1の2進数に変換するか</a:t>
            </a:r>
            <a:endParaRPr sz="2000"/>
          </a:p>
          <a:p>
            <a:pPr indent="0" lvl="0" marL="0" rtl="0" algn="l">
              <a:lnSpc>
                <a:spcPct val="100000"/>
              </a:lnSpc>
              <a:spcBef>
                <a:spcPts val="560"/>
              </a:spcBef>
              <a:spcAft>
                <a:spcPts val="0"/>
              </a:spcAft>
              <a:buSzPts val="2400"/>
              <a:buNone/>
            </a:pPr>
            <a:r>
              <a:rPr b="1" lang="ja" sz="2000"/>
              <a:t>1．標本化（サンプリング）</a:t>
            </a:r>
            <a:endParaRPr b="1" sz="2000"/>
          </a:p>
          <a:p>
            <a:pPr indent="-355600" lvl="0" marL="457200" rtl="0" algn="l">
              <a:lnSpc>
                <a:spcPct val="100000"/>
              </a:lnSpc>
              <a:spcBef>
                <a:spcPts val="560"/>
              </a:spcBef>
              <a:spcAft>
                <a:spcPts val="0"/>
              </a:spcAft>
              <a:buSzPts val="2000"/>
              <a:buChar char="-"/>
            </a:pPr>
            <a:r>
              <a:rPr lang="ja" sz="2000"/>
              <a:t>一定の時間間隔でデータ測定</a:t>
            </a:r>
            <a:endParaRPr sz="2000"/>
          </a:p>
          <a:p>
            <a:pPr indent="0" lvl="0" marL="0" rtl="0" algn="l">
              <a:lnSpc>
                <a:spcPct val="100000"/>
              </a:lnSpc>
              <a:spcBef>
                <a:spcPts val="560"/>
              </a:spcBef>
              <a:spcAft>
                <a:spcPts val="0"/>
              </a:spcAft>
              <a:buSzPts val="2400"/>
              <a:buNone/>
            </a:pPr>
            <a:r>
              <a:rPr b="1" lang="ja" sz="2000"/>
              <a:t>2．量子化</a:t>
            </a:r>
            <a:endParaRPr b="1" sz="2000"/>
          </a:p>
          <a:p>
            <a:pPr indent="-342900" lvl="0" marL="457200" rtl="0" algn="l">
              <a:lnSpc>
                <a:spcPct val="100000"/>
              </a:lnSpc>
              <a:spcBef>
                <a:spcPts val="560"/>
              </a:spcBef>
              <a:spcAft>
                <a:spcPts val="0"/>
              </a:spcAft>
              <a:buSzPts val="1800"/>
              <a:buChar char="-"/>
            </a:pPr>
            <a:r>
              <a:rPr lang="ja" sz="1800"/>
              <a:t>サンプリングしたデータを定めた段階に当てはめて整数値に置き換える</a:t>
            </a:r>
            <a:endParaRPr sz="1800"/>
          </a:p>
        </p:txBody>
      </p:sp>
      <p:sp>
        <p:nvSpPr>
          <p:cNvPr id="252" name="Google Shape;252;p19"/>
          <p:cNvSpPr txBox="1"/>
          <p:nvPr>
            <p:ph idx="12" type="sldNum"/>
          </p:nvPr>
        </p:nvSpPr>
        <p:spPr>
          <a:xfrm>
            <a:off x="8568600" y="4877117"/>
            <a:ext cx="575400" cy="315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ja"/>
              <a:t>‹#›</a:t>
            </a:fld>
            <a:endParaRPr/>
          </a:p>
        </p:txBody>
      </p:sp>
      <p:pic>
        <p:nvPicPr>
          <p:cNvPr id="253" name="Google Shape;253;p19"/>
          <p:cNvPicPr preferRelativeResize="0"/>
          <p:nvPr/>
        </p:nvPicPr>
        <p:blipFill rotWithShape="1">
          <a:blip r:embed="rId3">
            <a:alphaModFix/>
          </a:blip>
          <a:srcRect b="0" l="0" r="53076" t="0"/>
          <a:stretch/>
        </p:blipFill>
        <p:spPr>
          <a:xfrm>
            <a:off x="586350" y="3170644"/>
            <a:ext cx="2783251" cy="1706477"/>
          </a:xfrm>
          <a:prstGeom prst="rect">
            <a:avLst/>
          </a:prstGeom>
          <a:noFill/>
          <a:ln>
            <a:noFill/>
          </a:ln>
        </p:spPr>
      </p:pic>
      <p:pic>
        <p:nvPicPr>
          <p:cNvPr id="254" name="Google Shape;254;p19"/>
          <p:cNvPicPr preferRelativeResize="0"/>
          <p:nvPr/>
        </p:nvPicPr>
        <p:blipFill rotWithShape="1">
          <a:blip r:embed="rId4">
            <a:alphaModFix/>
          </a:blip>
          <a:srcRect b="0" l="0" r="0" t="0"/>
          <a:stretch/>
        </p:blipFill>
        <p:spPr>
          <a:xfrm>
            <a:off x="3427675" y="3170642"/>
            <a:ext cx="2339285" cy="1528875"/>
          </a:xfrm>
          <a:prstGeom prst="rect">
            <a:avLst/>
          </a:prstGeom>
          <a:noFill/>
          <a:ln>
            <a:noFill/>
          </a:ln>
        </p:spPr>
      </p:pic>
      <p:sp>
        <p:nvSpPr>
          <p:cNvPr id="255" name="Google Shape;255;p19"/>
          <p:cNvSpPr txBox="1"/>
          <p:nvPr/>
        </p:nvSpPr>
        <p:spPr>
          <a:xfrm>
            <a:off x="370025" y="4877119"/>
            <a:ext cx="3393300" cy="218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ja" sz="1100" u="none" cap="none" strike="noStrike">
                <a:solidFill>
                  <a:srgbClr val="000000"/>
                </a:solidFill>
                <a:latin typeface="Arial"/>
                <a:ea typeface="Arial"/>
                <a:cs typeface="Arial"/>
                <a:sym typeface="Arial"/>
              </a:rPr>
              <a:t>標本化：どのくらいの時間間隔でデータを取るか</a:t>
            </a:r>
            <a:endParaRPr b="0" i="0" sz="1100" u="none" cap="none" strike="noStrike">
              <a:solidFill>
                <a:srgbClr val="000000"/>
              </a:solidFill>
              <a:latin typeface="Arial"/>
              <a:ea typeface="Arial"/>
              <a:cs typeface="Arial"/>
              <a:sym typeface="Arial"/>
            </a:endParaRPr>
          </a:p>
        </p:txBody>
      </p:sp>
      <p:sp>
        <p:nvSpPr>
          <p:cNvPr id="256" name="Google Shape;256;p19"/>
          <p:cNvSpPr txBox="1"/>
          <p:nvPr/>
        </p:nvSpPr>
        <p:spPr>
          <a:xfrm>
            <a:off x="3909400" y="4877119"/>
            <a:ext cx="3261000" cy="218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ja" sz="1100" u="none" cap="none" strike="noStrike">
                <a:solidFill>
                  <a:srgbClr val="000000"/>
                </a:solidFill>
                <a:latin typeface="Arial"/>
                <a:ea typeface="Arial"/>
                <a:cs typeface="Arial"/>
                <a:sym typeface="Arial"/>
              </a:rPr>
              <a:t>量子化：信号レベルを何段階で表現するか</a:t>
            </a:r>
            <a:endParaRPr b="0" i="0" sz="1100" u="none" cap="none" strike="noStrike">
              <a:solidFill>
                <a:srgbClr val="000000"/>
              </a:solidFill>
              <a:latin typeface="Arial"/>
              <a:ea typeface="Arial"/>
              <a:cs typeface="Arial"/>
              <a:sym typeface="Arial"/>
            </a:endParaRPr>
          </a:p>
        </p:txBody>
      </p:sp>
      <p:cxnSp>
        <p:nvCxnSpPr>
          <p:cNvPr id="257" name="Google Shape;257;p19"/>
          <p:cNvCxnSpPr/>
          <p:nvPr/>
        </p:nvCxnSpPr>
        <p:spPr>
          <a:xfrm>
            <a:off x="4060575" y="3450806"/>
            <a:ext cx="2021100" cy="0"/>
          </a:xfrm>
          <a:prstGeom prst="straightConnector1">
            <a:avLst/>
          </a:prstGeom>
          <a:noFill/>
          <a:ln cap="flat" cmpd="sng" w="19050">
            <a:solidFill>
              <a:srgbClr val="A4C2F4"/>
            </a:solidFill>
            <a:prstDash val="solid"/>
            <a:round/>
            <a:headEnd len="sm" w="sm" type="none"/>
            <a:tailEnd len="sm" w="sm" type="none"/>
          </a:ln>
        </p:spPr>
      </p:cxnSp>
      <p:cxnSp>
        <p:nvCxnSpPr>
          <p:cNvPr id="258" name="Google Shape;258;p19"/>
          <p:cNvCxnSpPr/>
          <p:nvPr/>
        </p:nvCxnSpPr>
        <p:spPr>
          <a:xfrm>
            <a:off x="4060575" y="3836325"/>
            <a:ext cx="2021100" cy="0"/>
          </a:xfrm>
          <a:prstGeom prst="straightConnector1">
            <a:avLst/>
          </a:prstGeom>
          <a:noFill/>
          <a:ln cap="flat" cmpd="sng" w="19050">
            <a:solidFill>
              <a:srgbClr val="A4C2F4"/>
            </a:solidFill>
            <a:prstDash val="solid"/>
            <a:round/>
            <a:headEnd len="sm" w="sm" type="none"/>
            <a:tailEnd len="sm" w="sm" type="none"/>
          </a:ln>
        </p:spPr>
      </p:cxnSp>
      <p:cxnSp>
        <p:nvCxnSpPr>
          <p:cNvPr id="259" name="Google Shape;259;p19"/>
          <p:cNvCxnSpPr/>
          <p:nvPr/>
        </p:nvCxnSpPr>
        <p:spPr>
          <a:xfrm>
            <a:off x="4060575" y="4175850"/>
            <a:ext cx="2021100" cy="0"/>
          </a:xfrm>
          <a:prstGeom prst="straightConnector1">
            <a:avLst/>
          </a:prstGeom>
          <a:noFill/>
          <a:ln cap="flat" cmpd="sng" w="19050">
            <a:solidFill>
              <a:srgbClr val="A4C2F4"/>
            </a:solidFill>
            <a:prstDash val="solid"/>
            <a:round/>
            <a:headEnd len="sm" w="sm" type="none"/>
            <a:tailEnd len="sm" w="sm"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20"/>
          <p:cNvSpPr txBox="1"/>
          <p:nvPr>
            <p:ph type="title"/>
          </p:nvPr>
        </p:nvSpPr>
        <p:spPr>
          <a:xfrm>
            <a:off x="10344" y="87474"/>
            <a:ext cx="8229600" cy="378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3000"/>
              <a:buNone/>
            </a:pPr>
            <a:r>
              <a:rPr lang="ja"/>
              <a:t>標本化→量子化→符号化</a:t>
            </a:r>
            <a:endParaRPr/>
          </a:p>
        </p:txBody>
      </p:sp>
      <p:sp>
        <p:nvSpPr>
          <p:cNvPr id="266" name="Google Shape;266;p20"/>
          <p:cNvSpPr txBox="1"/>
          <p:nvPr>
            <p:ph idx="1" type="body"/>
          </p:nvPr>
        </p:nvSpPr>
        <p:spPr>
          <a:xfrm>
            <a:off x="10344" y="699542"/>
            <a:ext cx="8229600" cy="3744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560"/>
              </a:spcBef>
              <a:spcAft>
                <a:spcPts val="0"/>
              </a:spcAft>
              <a:buSzPts val="2400"/>
              <a:buNone/>
            </a:pPr>
            <a:r>
              <a:rPr b="1" lang="ja"/>
              <a:t>3．符号化</a:t>
            </a:r>
            <a:endParaRPr b="1"/>
          </a:p>
          <a:p>
            <a:pPr indent="0" lvl="0" marL="0" rtl="0" algn="l">
              <a:lnSpc>
                <a:spcPct val="100000"/>
              </a:lnSpc>
              <a:spcBef>
                <a:spcPts val="560"/>
              </a:spcBef>
              <a:spcAft>
                <a:spcPts val="0"/>
              </a:spcAft>
              <a:buSzPts val="2400"/>
              <a:buNone/>
            </a:pPr>
            <a:r>
              <a:rPr b="1" lang="ja"/>
              <a:t>　</a:t>
            </a:r>
            <a:r>
              <a:rPr lang="ja"/>
              <a:t>0と1の2進数に変換</a:t>
            </a:r>
            <a:endParaRPr/>
          </a:p>
          <a:p>
            <a:pPr indent="-381000" lvl="0" marL="457200" rtl="0" algn="l">
              <a:lnSpc>
                <a:spcPct val="100000"/>
              </a:lnSpc>
              <a:spcBef>
                <a:spcPts val="560"/>
              </a:spcBef>
              <a:spcAft>
                <a:spcPts val="0"/>
              </a:spcAft>
              <a:buSzPts val="2400"/>
              <a:buChar char="-"/>
            </a:pPr>
            <a:r>
              <a:rPr lang="ja"/>
              <a:t>代表的な方式：</a:t>
            </a:r>
            <a:r>
              <a:rPr b="1" lang="ja"/>
              <a:t>PCM</a:t>
            </a:r>
            <a:r>
              <a:rPr lang="ja"/>
              <a:t>(Pulse Code Modulation）</a:t>
            </a:r>
            <a:endParaRPr/>
          </a:p>
          <a:p>
            <a:pPr indent="-381000" lvl="0" marL="457200" rtl="0" algn="l">
              <a:lnSpc>
                <a:spcPct val="100000"/>
              </a:lnSpc>
              <a:spcBef>
                <a:spcPts val="0"/>
              </a:spcBef>
              <a:spcAft>
                <a:spcPts val="0"/>
              </a:spcAft>
              <a:buSzPts val="2400"/>
              <a:buChar char="-"/>
            </a:pPr>
            <a:r>
              <a:rPr lang="ja"/>
              <a:t>DPCM(Differential PCM)：差分PCM</a:t>
            </a:r>
            <a:endParaRPr/>
          </a:p>
          <a:p>
            <a:pPr indent="-381000" lvl="0" marL="457200" rtl="0" algn="l">
              <a:lnSpc>
                <a:spcPct val="100000"/>
              </a:lnSpc>
              <a:spcBef>
                <a:spcPts val="0"/>
              </a:spcBef>
              <a:spcAft>
                <a:spcPts val="0"/>
              </a:spcAft>
              <a:buSzPts val="2400"/>
              <a:buChar char="-"/>
            </a:pPr>
            <a:r>
              <a:rPr b="1" lang="ja"/>
              <a:t>ADPCM(Adaptive Differential PCM)</a:t>
            </a:r>
            <a:r>
              <a:rPr lang="ja"/>
              <a:t>：適応的差分PCM</a:t>
            </a:r>
            <a:endParaRPr/>
          </a:p>
          <a:p>
            <a:pPr indent="0" lvl="0" marL="0" rtl="0" algn="l">
              <a:lnSpc>
                <a:spcPct val="100000"/>
              </a:lnSpc>
              <a:spcBef>
                <a:spcPts val="560"/>
              </a:spcBef>
              <a:spcAft>
                <a:spcPts val="0"/>
              </a:spcAft>
              <a:buSzPts val="2400"/>
              <a:buNone/>
            </a:pPr>
            <a:r>
              <a:rPr lang="ja"/>
              <a:t>YouTube ミュージックビデオの仕様</a:t>
            </a:r>
            <a:endParaRPr/>
          </a:p>
          <a:p>
            <a:pPr indent="-381000" lvl="0" marL="457200" rtl="0" algn="l">
              <a:lnSpc>
                <a:spcPct val="100000"/>
              </a:lnSpc>
              <a:spcBef>
                <a:spcPts val="560"/>
              </a:spcBef>
              <a:spcAft>
                <a:spcPts val="0"/>
              </a:spcAft>
              <a:buSzPts val="2400"/>
              <a:buChar char="-"/>
            </a:pPr>
            <a:r>
              <a:rPr lang="ja"/>
              <a:t>サンプリング周波数:44,100Hz＝</a:t>
            </a:r>
            <a:r>
              <a:rPr lang="ja" sz="1400"/>
              <a:t>1秒間に44100個のデータをサンプリング</a:t>
            </a:r>
            <a:endParaRPr sz="1400"/>
          </a:p>
          <a:p>
            <a:pPr indent="-381000" lvl="0" marL="457200" rtl="0" algn="l">
              <a:lnSpc>
                <a:spcPct val="100000"/>
              </a:lnSpc>
              <a:spcBef>
                <a:spcPts val="0"/>
              </a:spcBef>
              <a:spcAft>
                <a:spcPts val="0"/>
              </a:spcAft>
              <a:buSzPts val="2400"/>
              <a:buChar char="-"/>
            </a:pPr>
            <a:r>
              <a:rPr lang="ja"/>
              <a:t>量子化ビット16＝0〜65535(2^16)</a:t>
            </a:r>
            <a:endParaRPr/>
          </a:p>
          <a:p>
            <a:pPr indent="0" lvl="0" marL="0" rtl="0" algn="l">
              <a:lnSpc>
                <a:spcPct val="100000"/>
              </a:lnSpc>
              <a:spcBef>
                <a:spcPts val="560"/>
              </a:spcBef>
              <a:spcAft>
                <a:spcPts val="0"/>
              </a:spcAft>
              <a:buSzPts val="2400"/>
              <a:buNone/>
            </a:pPr>
            <a:r>
              <a:t/>
            </a:r>
            <a:endParaRPr/>
          </a:p>
          <a:p>
            <a:pPr indent="0" lvl="0" marL="0" rtl="0" algn="l">
              <a:lnSpc>
                <a:spcPct val="100000"/>
              </a:lnSpc>
              <a:spcBef>
                <a:spcPts val="560"/>
              </a:spcBef>
              <a:spcAft>
                <a:spcPts val="0"/>
              </a:spcAft>
              <a:buSzPts val="2400"/>
              <a:buNone/>
            </a:pPr>
            <a:r>
              <a:t/>
            </a:r>
            <a:endParaRPr/>
          </a:p>
          <a:p>
            <a:pPr indent="0" lvl="0" marL="0" rtl="0" algn="l">
              <a:lnSpc>
                <a:spcPct val="100000"/>
              </a:lnSpc>
              <a:spcBef>
                <a:spcPts val="560"/>
              </a:spcBef>
              <a:spcAft>
                <a:spcPts val="0"/>
              </a:spcAft>
              <a:buSzPts val="2400"/>
              <a:buNone/>
            </a:pPr>
            <a:r>
              <a:t/>
            </a:r>
            <a:endParaRPr/>
          </a:p>
          <a:p>
            <a:pPr indent="0" lvl="0" marL="0" rtl="0" algn="l">
              <a:lnSpc>
                <a:spcPct val="100000"/>
              </a:lnSpc>
              <a:spcBef>
                <a:spcPts val="560"/>
              </a:spcBef>
              <a:spcAft>
                <a:spcPts val="0"/>
              </a:spcAft>
              <a:buSzPts val="2400"/>
              <a:buNone/>
            </a:pPr>
            <a:r>
              <a:t/>
            </a:r>
            <a:endParaRPr/>
          </a:p>
        </p:txBody>
      </p:sp>
      <p:sp>
        <p:nvSpPr>
          <p:cNvPr id="267" name="Google Shape;267;p20"/>
          <p:cNvSpPr txBox="1"/>
          <p:nvPr>
            <p:ph idx="12" type="sldNum"/>
          </p:nvPr>
        </p:nvSpPr>
        <p:spPr>
          <a:xfrm>
            <a:off x="8568700" y="4903238"/>
            <a:ext cx="575400" cy="378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ja"/>
              <a:t>‹#›</a:t>
            </a:fld>
            <a:endParaRPr/>
          </a:p>
        </p:txBody>
      </p:sp>
      <p:pic>
        <p:nvPicPr>
          <p:cNvPr id="268" name="Google Shape;268;p20"/>
          <p:cNvPicPr preferRelativeResize="0"/>
          <p:nvPr/>
        </p:nvPicPr>
        <p:blipFill rotWithShape="1">
          <a:blip r:embed="rId3">
            <a:alphaModFix/>
          </a:blip>
          <a:srcRect b="0" l="0" r="0" t="0"/>
          <a:stretch/>
        </p:blipFill>
        <p:spPr>
          <a:xfrm>
            <a:off x="5582843" y="3300145"/>
            <a:ext cx="1452957" cy="1051294"/>
          </a:xfrm>
          <a:prstGeom prst="rect">
            <a:avLst/>
          </a:prstGeom>
          <a:noFill/>
          <a:ln>
            <a:noFill/>
          </a:ln>
        </p:spPr>
      </p:pic>
      <p:cxnSp>
        <p:nvCxnSpPr>
          <p:cNvPr id="269" name="Google Shape;269;p20"/>
          <p:cNvCxnSpPr/>
          <p:nvPr/>
        </p:nvCxnSpPr>
        <p:spPr>
          <a:xfrm rot="10800000">
            <a:off x="6076650" y="3329025"/>
            <a:ext cx="0" cy="748500"/>
          </a:xfrm>
          <a:prstGeom prst="straightConnector1">
            <a:avLst/>
          </a:prstGeom>
          <a:noFill/>
          <a:ln cap="flat" cmpd="sng" w="19050">
            <a:solidFill>
              <a:srgbClr val="A4C2F4"/>
            </a:solidFill>
            <a:prstDash val="solid"/>
            <a:round/>
            <a:headEnd len="sm" w="sm" type="none"/>
            <a:tailEnd len="sm" w="sm" type="none"/>
          </a:ln>
        </p:spPr>
      </p:cxnSp>
      <p:cxnSp>
        <p:nvCxnSpPr>
          <p:cNvPr id="270" name="Google Shape;270;p20"/>
          <p:cNvCxnSpPr/>
          <p:nvPr/>
        </p:nvCxnSpPr>
        <p:spPr>
          <a:xfrm rot="10800000">
            <a:off x="6145100" y="3329025"/>
            <a:ext cx="0" cy="748500"/>
          </a:xfrm>
          <a:prstGeom prst="straightConnector1">
            <a:avLst/>
          </a:prstGeom>
          <a:noFill/>
          <a:ln cap="flat" cmpd="sng" w="19050">
            <a:solidFill>
              <a:srgbClr val="A4C2F4"/>
            </a:solidFill>
            <a:prstDash val="solid"/>
            <a:round/>
            <a:headEnd len="sm" w="sm" type="none"/>
            <a:tailEnd len="sm" w="sm" type="none"/>
          </a:ln>
        </p:spPr>
      </p:cxnSp>
      <p:cxnSp>
        <p:nvCxnSpPr>
          <p:cNvPr id="271" name="Google Shape;271;p20"/>
          <p:cNvCxnSpPr/>
          <p:nvPr/>
        </p:nvCxnSpPr>
        <p:spPr>
          <a:xfrm rot="10800000">
            <a:off x="6008200" y="3329025"/>
            <a:ext cx="0" cy="748500"/>
          </a:xfrm>
          <a:prstGeom prst="straightConnector1">
            <a:avLst/>
          </a:prstGeom>
          <a:noFill/>
          <a:ln cap="flat" cmpd="sng" w="19050">
            <a:solidFill>
              <a:srgbClr val="A4C2F4"/>
            </a:solidFill>
            <a:prstDash val="solid"/>
            <a:round/>
            <a:headEnd len="sm" w="sm" type="none"/>
            <a:tailEnd len="sm" w="sm" type="none"/>
          </a:ln>
        </p:spPr>
      </p:cxnSp>
      <p:cxnSp>
        <p:nvCxnSpPr>
          <p:cNvPr id="272" name="Google Shape;272;p20"/>
          <p:cNvCxnSpPr/>
          <p:nvPr/>
        </p:nvCxnSpPr>
        <p:spPr>
          <a:xfrm rot="10800000">
            <a:off x="6301400" y="3329025"/>
            <a:ext cx="0" cy="748500"/>
          </a:xfrm>
          <a:prstGeom prst="straightConnector1">
            <a:avLst/>
          </a:prstGeom>
          <a:noFill/>
          <a:ln cap="flat" cmpd="sng" w="19050">
            <a:solidFill>
              <a:srgbClr val="A4C2F4"/>
            </a:solidFill>
            <a:prstDash val="solid"/>
            <a:round/>
            <a:headEnd len="sm" w="sm" type="none"/>
            <a:tailEnd len="sm" w="sm" type="none"/>
          </a:ln>
        </p:spPr>
      </p:cxnSp>
      <p:cxnSp>
        <p:nvCxnSpPr>
          <p:cNvPr id="273" name="Google Shape;273;p20"/>
          <p:cNvCxnSpPr/>
          <p:nvPr/>
        </p:nvCxnSpPr>
        <p:spPr>
          <a:xfrm rot="10800000">
            <a:off x="6389225" y="3339675"/>
            <a:ext cx="0" cy="748500"/>
          </a:xfrm>
          <a:prstGeom prst="straightConnector1">
            <a:avLst/>
          </a:prstGeom>
          <a:noFill/>
          <a:ln cap="flat" cmpd="sng" w="19050">
            <a:solidFill>
              <a:srgbClr val="A4C2F4"/>
            </a:solidFill>
            <a:prstDash val="solid"/>
            <a:round/>
            <a:headEnd len="sm" w="sm" type="none"/>
            <a:tailEnd len="sm" w="sm" type="none"/>
          </a:ln>
        </p:spPr>
      </p:cxnSp>
      <p:cxnSp>
        <p:nvCxnSpPr>
          <p:cNvPr id="274" name="Google Shape;274;p20"/>
          <p:cNvCxnSpPr/>
          <p:nvPr/>
        </p:nvCxnSpPr>
        <p:spPr>
          <a:xfrm rot="10800000">
            <a:off x="6443500" y="3329010"/>
            <a:ext cx="0" cy="748500"/>
          </a:xfrm>
          <a:prstGeom prst="straightConnector1">
            <a:avLst/>
          </a:prstGeom>
          <a:noFill/>
          <a:ln cap="flat" cmpd="sng" w="19050">
            <a:solidFill>
              <a:srgbClr val="A4C2F4"/>
            </a:solidFill>
            <a:prstDash val="solid"/>
            <a:round/>
            <a:headEnd len="sm" w="sm" type="none"/>
            <a:tailEnd len="sm" w="sm" type="none"/>
          </a:ln>
        </p:spPr>
      </p:cxnSp>
      <p:cxnSp>
        <p:nvCxnSpPr>
          <p:cNvPr id="275" name="Google Shape;275;p20"/>
          <p:cNvCxnSpPr/>
          <p:nvPr/>
        </p:nvCxnSpPr>
        <p:spPr>
          <a:xfrm rot="10800000">
            <a:off x="6623000" y="3339675"/>
            <a:ext cx="0" cy="748500"/>
          </a:xfrm>
          <a:prstGeom prst="straightConnector1">
            <a:avLst/>
          </a:prstGeom>
          <a:noFill/>
          <a:ln cap="flat" cmpd="sng" w="19050">
            <a:solidFill>
              <a:srgbClr val="A4C2F4"/>
            </a:solidFill>
            <a:prstDash val="solid"/>
            <a:round/>
            <a:headEnd len="sm" w="sm" type="none"/>
            <a:tailEnd len="sm" w="sm" type="none"/>
          </a:ln>
        </p:spPr>
      </p:cxnSp>
      <p:cxnSp>
        <p:nvCxnSpPr>
          <p:cNvPr id="276" name="Google Shape;276;p20"/>
          <p:cNvCxnSpPr/>
          <p:nvPr/>
        </p:nvCxnSpPr>
        <p:spPr>
          <a:xfrm rot="10800000">
            <a:off x="6226500" y="3339675"/>
            <a:ext cx="0" cy="748500"/>
          </a:xfrm>
          <a:prstGeom prst="straightConnector1">
            <a:avLst/>
          </a:prstGeom>
          <a:noFill/>
          <a:ln cap="flat" cmpd="sng" w="19050">
            <a:solidFill>
              <a:srgbClr val="A4C2F4"/>
            </a:solidFill>
            <a:prstDash val="solid"/>
            <a:round/>
            <a:headEnd len="sm" w="sm" type="none"/>
            <a:tailEnd len="sm" w="sm" type="none"/>
          </a:ln>
        </p:spPr>
      </p:cxnSp>
      <p:cxnSp>
        <p:nvCxnSpPr>
          <p:cNvPr id="277" name="Google Shape;277;p20"/>
          <p:cNvCxnSpPr/>
          <p:nvPr/>
        </p:nvCxnSpPr>
        <p:spPr>
          <a:xfrm rot="10800000">
            <a:off x="6711450" y="3339675"/>
            <a:ext cx="0" cy="748500"/>
          </a:xfrm>
          <a:prstGeom prst="straightConnector1">
            <a:avLst/>
          </a:prstGeom>
          <a:noFill/>
          <a:ln cap="flat" cmpd="sng" w="19050">
            <a:solidFill>
              <a:srgbClr val="A4C2F4"/>
            </a:solidFill>
            <a:prstDash val="solid"/>
            <a:round/>
            <a:headEnd len="sm" w="sm" type="none"/>
            <a:tailEnd len="sm" w="sm" type="none"/>
          </a:ln>
        </p:spPr>
      </p:cxnSp>
      <p:cxnSp>
        <p:nvCxnSpPr>
          <p:cNvPr id="278" name="Google Shape;278;p20"/>
          <p:cNvCxnSpPr/>
          <p:nvPr/>
        </p:nvCxnSpPr>
        <p:spPr>
          <a:xfrm rot="10800000">
            <a:off x="6802500" y="3339675"/>
            <a:ext cx="0" cy="748500"/>
          </a:xfrm>
          <a:prstGeom prst="straightConnector1">
            <a:avLst/>
          </a:prstGeom>
          <a:noFill/>
          <a:ln cap="flat" cmpd="sng" w="19050">
            <a:solidFill>
              <a:srgbClr val="A4C2F4"/>
            </a:solidFill>
            <a:prstDash val="solid"/>
            <a:round/>
            <a:headEnd len="sm" w="sm" type="none"/>
            <a:tailEnd len="sm" w="sm" type="none"/>
          </a:ln>
        </p:spPr>
      </p:cxnSp>
      <p:cxnSp>
        <p:nvCxnSpPr>
          <p:cNvPr id="279" name="Google Shape;279;p20"/>
          <p:cNvCxnSpPr/>
          <p:nvPr/>
        </p:nvCxnSpPr>
        <p:spPr>
          <a:xfrm rot="10800000">
            <a:off x="6849575" y="3342218"/>
            <a:ext cx="0" cy="748500"/>
          </a:xfrm>
          <a:prstGeom prst="straightConnector1">
            <a:avLst/>
          </a:prstGeom>
          <a:noFill/>
          <a:ln cap="flat" cmpd="sng" w="19050">
            <a:solidFill>
              <a:srgbClr val="A4C2F4"/>
            </a:solidFill>
            <a:prstDash val="solid"/>
            <a:round/>
            <a:headEnd len="sm" w="sm" type="none"/>
            <a:tailEnd len="sm" w="sm" type="none"/>
          </a:ln>
        </p:spPr>
      </p:cxnSp>
      <p:cxnSp>
        <p:nvCxnSpPr>
          <p:cNvPr id="280" name="Google Shape;280;p20"/>
          <p:cNvCxnSpPr/>
          <p:nvPr/>
        </p:nvCxnSpPr>
        <p:spPr>
          <a:xfrm rot="10800000">
            <a:off x="7000775" y="3339675"/>
            <a:ext cx="0" cy="748500"/>
          </a:xfrm>
          <a:prstGeom prst="straightConnector1">
            <a:avLst/>
          </a:prstGeom>
          <a:noFill/>
          <a:ln cap="flat" cmpd="sng" w="19050">
            <a:solidFill>
              <a:srgbClr val="A4C2F4"/>
            </a:solidFill>
            <a:prstDash val="solid"/>
            <a:round/>
            <a:headEnd len="sm" w="sm" type="none"/>
            <a:tailEnd len="sm" w="sm" type="none"/>
          </a:ln>
        </p:spPr>
      </p:cxnSp>
      <p:cxnSp>
        <p:nvCxnSpPr>
          <p:cNvPr id="281" name="Google Shape;281;p20"/>
          <p:cNvCxnSpPr/>
          <p:nvPr/>
        </p:nvCxnSpPr>
        <p:spPr>
          <a:xfrm rot="10800000">
            <a:off x="7059525" y="3339675"/>
            <a:ext cx="0" cy="748500"/>
          </a:xfrm>
          <a:prstGeom prst="straightConnector1">
            <a:avLst/>
          </a:prstGeom>
          <a:noFill/>
          <a:ln cap="flat" cmpd="sng" w="19050">
            <a:solidFill>
              <a:srgbClr val="A4C2F4"/>
            </a:solidFill>
            <a:prstDash val="solid"/>
            <a:round/>
            <a:headEnd len="sm" w="sm" type="none"/>
            <a:tailEnd len="sm" w="sm" type="none"/>
          </a:ln>
        </p:spPr>
      </p:cxnSp>
      <p:cxnSp>
        <p:nvCxnSpPr>
          <p:cNvPr id="282" name="Google Shape;282;p20"/>
          <p:cNvCxnSpPr/>
          <p:nvPr/>
        </p:nvCxnSpPr>
        <p:spPr>
          <a:xfrm rot="10800000">
            <a:off x="7124750" y="3339675"/>
            <a:ext cx="0" cy="748500"/>
          </a:xfrm>
          <a:prstGeom prst="straightConnector1">
            <a:avLst/>
          </a:prstGeom>
          <a:noFill/>
          <a:ln cap="flat" cmpd="sng" w="19050">
            <a:solidFill>
              <a:srgbClr val="A4C2F4"/>
            </a:solidFill>
            <a:prstDash val="solid"/>
            <a:round/>
            <a:headEnd len="sm" w="sm" type="none"/>
            <a:tailEnd len="sm" w="sm" type="none"/>
          </a:ln>
        </p:spPr>
      </p:cxnSp>
      <p:cxnSp>
        <p:nvCxnSpPr>
          <p:cNvPr id="283" name="Google Shape;283;p20"/>
          <p:cNvCxnSpPr/>
          <p:nvPr/>
        </p:nvCxnSpPr>
        <p:spPr>
          <a:xfrm rot="10800000">
            <a:off x="6939000" y="3339675"/>
            <a:ext cx="0" cy="748500"/>
          </a:xfrm>
          <a:prstGeom prst="straightConnector1">
            <a:avLst/>
          </a:prstGeom>
          <a:noFill/>
          <a:ln cap="flat" cmpd="sng" w="19050">
            <a:solidFill>
              <a:srgbClr val="A4C2F4"/>
            </a:solidFill>
            <a:prstDash val="solid"/>
            <a:round/>
            <a:headEnd len="sm" w="sm" type="none"/>
            <a:tailEnd len="sm" w="sm" type="none"/>
          </a:ln>
        </p:spPr>
      </p:cxnSp>
      <p:cxnSp>
        <p:nvCxnSpPr>
          <p:cNvPr id="284" name="Google Shape;284;p20"/>
          <p:cNvCxnSpPr/>
          <p:nvPr/>
        </p:nvCxnSpPr>
        <p:spPr>
          <a:xfrm rot="10800000">
            <a:off x="6756325" y="3329010"/>
            <a:ext cx="0" cy="748500"/>
          </a:xfrm>
          <a:prstGeom prst="straightConnector1">
            <a:avLst/>
          </a:prstGeom>
          <a:noFill/>
          <a:ln cap="flat" cmpd="sng" w="19050">
            <a:solidFill>
              <a:srgbClr val="A4C2F4"/>
            </a:solidFill>
            <a:prstDash val="solid"/>
            <a:round/>
            <a:headEnd len="sm" w="sm" type="none"/>
            <a:tailEnd len="sm" w="sm" type="none"/>
          </a:ln>
        </p:spPr>
      </p:cxnSp>
      <p:sp>
        <p:nvSpPr>
          <p:cNvPr id="285" name="Google Shape;285;p20"/>
          <p:cNvSpPr/>
          <p:nvPr/>
        </p:nvSpPr>
        <p:spPr>
          <a:xfrm rot="5400000">
            <a:off x="6556875" y="3717525"/>
            <a:ext cx="169500" cy="1311000"/>
          </a:xfrm>
          <a:prstGeom prst="righ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20"/>
          <p:cNvSpPr txBox="1"/>
          <p:nvPr/>
        </p:nvSpPr>
        <p:spPr>
          <a:xfrm>
            <a:off x="6243225" y="4403456"/>
            <a:ext cx="1465800" cy="411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44,100個</a:t>
            </a:r>
            <a:endParaRPr b="0" i="0" sz="1400" u="none" cap="none" strike="noStrike">
              <a:solidFill>
                <a:srgbClr val="000000"/>
              </a:solidFill>
              <a:latin typeface="Arial"/>
              <a:ea typeface="Arial"/>
              <a:cs typeface="Arial"/>
              <a:sym typeface="Arial"/>
            </a:endParaRPr>
          </a:p>
        </p:txBody>
      </p:sp>
      <p:pic>
        <p:nvPicPr>
          <p:cNvPr id="287" name="Google Shape;287;p20"/>
          <p:cNvPicPr preferRelativeResize="0"/>
          <p:nvPr/>
        </p:nvPicPr>
        <p:blipFill rotWithShape="1">
          <a:blip r:embed="rId4">
            <a:alphaModFix/>
          </a:blip>
          <a:srcRect b="0" l="0" r="0" t="0"/>
          <a:stretch/>
        </p:blipFill>
        <p:spPr>
          <a:xfrm>
            <a:off x="318650" y="3694444"/>
            <a:ext cx="3522731" cy="1123899"/>
          </a:xfrm>
          <a:prstGeom prst="rect">
            <a:avLst/>
          </a:prstGeom>
          <a:noFill/>
          <a:ln>
            <a:noFill/>
          </a:ln>
        </p:spPr>
      </p:pic>
      <p:sp>
        <p:nvSpPr>
          <p:cNvPr id="288" name="Google Shape;288;p20"/>
          <p:cNvSpPr txBox="1"/>
          <p:nvPr/>
        </p:nvSpPr>
        <p:spPr>
          <a:xfrm>
            <a:off x="374075" y="4774050"/>
            <a:ext cx="39069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ja" sz="1000" u="none" cap="none" strike="noStrike">
                <a:solidFill>
                  <a:schemeClr val="dk1"/>
                </a:solidFill>
                <a:latin typeface="Arial"/>
                <a:ea typeface="Arial"/>
                <a:cs typeface="Arial"/>
                <a:sym typeface="Arial"/>
              </a:rPr>
              <a:t>https://support.google.com/youtube/answer/6039860?hl=ja</a:t>
            </a:r>
            <a:endParaRPr b="0" i="0" sz="1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21"/>
          <p:cNvSpPr txBox="1"/>
          <p:nvPr>
            <p:ph type="title"/>
          </p:nvPr>
        </p:nvSpPr>
        <p:spPr>
          <a:xfrm>
            <a:off x="467544" y="72895"/>
            <a:ext cx="8229600" cy="315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3000"/>
              <a:buNone/>
            </a:pPr>
            <a:r>
              <a:rPr lang="ja"/>
              <a:t>Minimライブラリ</a:t>
            </a:r>
            <a:endParaRPr/>
          </a:p>
        </p:txBody>
      </p:sp>
      <p:sp>
        <p:nvSpPr>
          <p:cNvPr id="295" name="Google Shape;295;p21"/>
          <p:cNvSpPr txBox="1"/>
          <p:nvPr>
            <p:ph idx="1" type="body"/>
          </p:nvPr>
        </p:nvSpPr>
        <p:spPr>
          <a:xfrm>
            <a:off x="467544" y="582952"/>
            <a:ext cx="8229600" cy="312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560"/>
              </a:spcBef>
              <a:spcAft>
                <a:spcPts val="0"/>
              </a:spcAft>
              <a:buSzPts val="2400"/>
              <a:buNone/>
            </a:pPr>
            <a:r>
              <a:rPr lang="ja"/>
              <a:t>ライブラリ：特定の機能を持った複数のプログラムを再利用できるような形でまとめたモノ</a:t>
            </a:r>
            <a:endParaRPr/>
          </a:p>
          <a:p>
            <a:pPr indent="0" lvl="0" marL="0" rtl="0" algn="l">
              <a:lnSpc>
                <a:spcPct val="100000"/>
              </a:lnSpc>
              <a:spcBef>
                <a:spcPts val="560"/>
              </a:spcBef>
              <a:spcAft>
                <a:spcPts val="0"/>
              </a:spcAft>
              <a:buSzPts val="2400"/>
              <a:buNone/>
            </a:pPr>
            <a:r>
              <a:t/>
            </a:r>
            <a:endParaRPr/>
          </a:p>
          <a:p>
            <a:pPr indent="0" lvl="0" marL="0" rtl="0" algn="l">
              <a:lnSpc>
                <a:spcPct val="100000"/>
              </a:lnSpc>
              <a:spcBef>
                <a:spcPts val="560"/>
              </a:spcBef>
              <a:spcAft>
                <a:spcPts val="0"/>
              </a:spcAft>
              <a:buSzPts val="2400"/>
              <a:buNone/>
            </a:pPr>
            <a:r>
              <a:rPr lang="ja"/>
              <a:t>Processingで音のデータを扱うために「Minim（ミニム）」と呼ばれるライブラリを使用</a:t>
            </a:r>
            <a:endParaRPr/>
          </a:p>
          <a:p>
            <a:pPr indent="0" lvl="0" marL="0" rtl="0" algn="l">
              <a:lnSpc>
                <a:spcPct val="100000"/>
              </a:lnSpc>
              <a:spcBef>
                <a:spcPts val="560"/>
              </a:spcBef>
              <a:spcAft>
                <a:spcPts val="0"/>
              </a:spcAft>
              <a:buSzPts val="2400"/>
              <a:buNone/>
            </a:pPr>
            <a:r>
              <a:t/>
            </a:r>
            <a:endParaRPr/>
          </a:p>
          <a:p>
            <a:pPr indent="0" lvl="0" marL="0" rtl="0" algn="l">
              <a:lnSpc>
                <a:spcPct val="100000"/>
              </a:lnSpc>
              <a:spcBef>
                <a:spcPts val="560"/>
              </a:spcBef>
              <a:spcAft>
                <a:spcPts val="0"/>
              </a:spcAft>
              <a:buSzPts val="2400"/>
              <a:buNone/>
            </a:pPr>
            <a:r>
              <a:rPr lang="ja" sz="2300"/>
              <a:t>Minimを使用するためにはライブラリのインストールが必要</a:t>
            </a:r>
            <a:endParaRPr sz="2300"/>
          </a:p>
        </p:txBody>
      </p:sp>
      <p:sp>
        <p:nvSpPr>
          <p:cNvPr id="296" name="Google Shape;296;p21"/>
          <p:cNvSpPr txBox="1"/>
          <p:nvPr>
            <p:ph idx="12" type="sldNum"/>
          </p:nvPr>
        </p:nvSpPr>
        <p:spPr>
          <a:xfrm>
            <a:off x="8568600" y="4903644"/>
            <a:ext cx="575400" cy="315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ja"/>
              <a:t>‹#›</a:t>
            </a:fld>
            <a:endParaRPr/>
          </a:p>
        </p:txBody>
      </p:sp>
      <p:pic>
        <p:nvPicPr>
          <p:cNvPr id="297" name="Google Shape;297;p21"/>
          <p:cNvPicPr preferRelativeResize="0"/>
          <p:nvPr/>
        </p:nvPicPr>
        <p:blipFill rotWithShape="1">
          <a:blip r:embed="rId3">
            <a:alphaModFix/>
          </a:blip>
          <a:srcRect b="0" l="0" r="0" t="22804"/>
          <a:stretch/>
        </p:blipFill>
        <p:spPr>
          <a:xfrm>
            <a:off x="0" y="3973238"/>
            <a:ext cx="4607951" cy="1170263"/>
          </a:xfrm>
          <a:prstGeom prst="rect">
            <a:avLst/>
          </a:prstGeom>
          <a:noFill/>
          <a:ln>
            <a:noFill/>
          </a:ln>
        </p:spPr>
      </p:pic>
      <p:pic>
        <p:nvPicPr>
          <p:cNvPr id="298" name="Google Shape;298;p21"/>
          <p:cNvPicPr preferRelativeResize="0"/>
          <p:nvPr/>
        </p:nvPicPr>
        <p:blipFill rotWithShape="1">
          <a:blip r:embed="rId4">
            <a:alphaModFix/>
          </a:blip>
          <a:srcRect b="0" l="0" r="0" t="0"/>
          <a:stretch/>
        </p:blipFill>
        <p:spPr>
          <a:xfrm>
            <a:off x="4607950" y="2930156"/>
            <a:ext cx="3388706" cy="162856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22"/>
          <p:cNvSpPr txBox="1"/>
          <p:nvPr>
            <p:ph type="title"/>
          </p:nvPr>
        </p:nvSpPr>
        <p:spPr>
          <a:xfrm>
            <a:off x="467544" y="72895"/>
            <a:ext cx="8229600" cy="315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3000"/>
              <a:buNone/>
            </a:pPr>
            <a:r>
              <a:rPr lang="ja"/>
              <a:t>Minimに関する情報（ただしJavaScript）</a:t>
            </a:r>
            <a:endParaRPr/>
          </a:p>
        </p:txBody>
      </p:sp>
      <p:sp>
        <p:nvSpPr>
          <p:cNvPr id="305" name="Google Shape;305;p22"/>
          <p:cNvSpPr txBox="1"/>
          <p:nvPr>
            <p:ph idx="1" type="body"/>
          </p:nvPr>
        </p:nvSpPr>
        <p:spPr>
          <a:xfrm>
            <a:off x="467544" y="582952"/>
            <a:ext cx="8229600" cy="312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560"/>
              </a:spcBef>
              <a:spcAft>
                <a:spcPts val="0"/>
              </a:spcAft>
              <a:buSzPts val="2400"/>
              <a:buNone/>
            </a:pPr>
            <a:r>
              <a:rPr lang="ja" u="sng">
                <a:solidFill>
                  <a:schemeClr val="hlink"/>
                </a:solidFill>
                <a:hlinkClick r:id="rId3"/>
              </a:rPr>
              <a:t>http://code.compartmental.net/minim/</a:t>
            </a:r>
            <a:endParaRPr/>
          </a:p>
        </p:txBody>
      </p:sp>
      <p:sp>
        <p:nvSpPr>
          <p:cNvPr id="306" name="Google Shape;306;p22"/>
          <p:cNvSpPr txBox="1"/>
          <p:nvPr>
            <p:ph idx="12" type="sldNum"/>
          </p:nvPr>
        </p:nvSpPr>
        <p:spPr>
          <a:xfrm>
            <a:off x="8568600" y="4828404"/>
            <a:ext cx="575400" cy="315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ja"/>
              <a:t>‹#›</a:t>
            </a:fld>
            <a:endParaRPr/>
          </a:p>
        </p:txBody>
      </p:sp>
      <p:pic>
        <p:nvPicPr>
          <p:cNvPr id="307" name="Google Shape;307;p22"/>
          <p:cNvPicPr preferRelativeResize="0"/>
          <p:nvPr/>
        </p:nvPicPr>
        <p:blipFill rotWithShape="1">
          <a:blip r:embed="rId4">
            <a:alphaModFix/>
          </a:blip>
          <a:srcRect b="0" l="0" r="0" t="0"/>
          <a:stretch/>
        </p:blipFill>
        <p:spPr>
          <a:xfrm>
            <a:off x="1440050" y="1118944"/>
            <a:ext cx="4697926" cy="258144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23"/>
          <p:cNvSpPr txBox="1"/>
          <p:nvPr>
            <p:ph type="title"/>
          </p:nvPr>
        </p:nvSpPr>
        <p:spPr>
          <a:xfrm>
            <a:off x="467544" y="72895"/>
            <a:ext cx="8229600" cy="315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3000"/>
              <a:buNone/>
            </a:pPr>
            <a:r>
              <a:rPr lang="ja"/>
              <a:t>Minim Python</a:t>
            </a:r>
            <a:endParaRPr/>
          </a:p>
        </p:txBody>
      </p:sp>
      <p:sp>
        <p:nvSpPr>
          <p:cNvPr id="314" name="Google Shape;314;p23"/>
          <p:cNvSpPr txBox="1"/>
          <p:nvPr>
            <p:ph idx="1" type="body"/>
          </p:nvPr>
        </p:nvSpPr>
        <p:spPr>
          <a:xfrm>
            <a:off x="467544" y="582952"/>
            <a:ext cx="8229600" cy="312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560"/>
              </a:spcBef>
              <a:spcAft>
                <a:spcPts val="0"/>
              </a:spcAft>
              <a:buSzPts val="2400"/>
              <a:buNone/>
            </a:pPr>
            <a:r>
              <a:rPr lang="ja" u="sng">
                <a:solidFill>
                  <a:schemeClr val="hlink"/>
                </a:solidFill>
                <a:hlinkClick r:id="rId3"/>
              </a:rPr>
              <a:t>http://minimpython.blogspot.com/</a:t>
            </a:r>
            <a:endParaRPr/>
          </a:p>
          <a:p>
            <a:pPr indent="0" lvl="0" marL="0" rtl="0" algn="l">
              <a:lnSpc>
                <a:spcPct val="100000"/>
              </a:lnSpc>
              <a:spcBef>
                <a:spcPts val="560"/>
              </a:spcBef>
              <a:spcAft>
                <a:spcPts val="0"/>
              </a:spcAft>
              <a:buSzPts val="2400"/>
              <a:buNone/>
            </a:pPr>
            <a:r>
              <a:t/>
            </a:r>
            <a:endParaRPr/>
          </a:p>
        </p:txBody>
      </p:sp>
      <p:sp>
        <p:nvSpPr>
          <p:cNvPr id="315" name="Google Shape;315;p23"/>
          <p:cNvSpPr txBox="1"/>
          <p:nvPr>
            <p:ph idx="12" type="sldNum"/>
          </p:nvPr>
        </p:nvSpPr>
        <p:spPr>
          <a:xfrm>
            <a:off x="8568600" y="4871132"/>
            <a:ext cx="575400" cy="315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ja"/>
              <a:t>‹#›</a:t>
            </a:fld>
            <a:endParaRPr/>
          </a:p>
        </p:txBody>
      </p:sp>
      <p:pic>
        <p:nvPicPr>
          <p:cNvPr id="316" name="Google Shape;316;p23"/>
          <p:cNvPicPr preferRelativeResize="0"/>
          <p:nvPr/>
        </p:nvPicPr>
        <p:blipFill rotWithShape="1">
          <a:blip r:embed="rId4">
            <a:alphaModFix/>
          </a:blip>
          <a:srcRect b="0" l="0" r="0" t="0"/>
          <a:stretch/>
        </p:blipFill>
        <p:spPr>
          <a:xfrm>
            <a:off x="0" y="1075445"/>
            <a:ext cx="5608463" cy="36012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24"/>
          <p:cNvSpPr txBox="1"/>
          <p:nvPr>
            <p:ph type="title"/>
          </p:nvPr>
        </p:nvSpPr>
        <p:spPr>
          <a:xfrm>
            <a:off x="467544" y="72895"/>
            <a:ext cx="8229600" cy="315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3000"/>
              <a:buNone/>
            </a:pPr>
            <a:r>
              <a:rPr b="1" lang="ja" sz="2300" u="sng"/>
              <a:t>Minimライブラリを用いたプログラミング方法</a:t>
            </a:r>
            <a:endParaRPr b="1" sz="2300" u="sng"/>
          </a:p>
        </p:txBody>
      </p:sp>
      <p:sp>
        <p:nvSpPr>
          <p:cNvPr id="323" name="Google Shape;323;p24"/>
          <p:cNvSpPr txBox="1"/>
          <p:nvPr>
            <p:ph idx="1" type="body"/>
          </p:nvPr>
        </p:nvSpPr>
        <p:spPr>
          <a:xfrm>
            <a:off x="467550" y="470944"/>
            <a:ext cx="8561100" cy="3744300"/>
          </a:xfrm>
          <a:prstGeom prst="rect">
            <a:avLst/>
          </a:prstGeom>
          <a:noFill/>
          <a:ln>
            <a:noFill/>
          </a:ln>
        </p:spPr>
        <p:txBody>
          <a:bodyPr anchorCtr="0" anchor="t" bIns="45700" lIns="91425" spcFirstLastPara="1" rIns="91425" wrap="square" tIns="45700">
            <a:noAutofit/>
          </a:bodyPr>
          <a:lstStyle/>
          <a:p>
            <a:pPr indent="-355600" lvl="0" marL="457200" rtl="0" algn="l">
              <a:lnSpc>
                <a:spcPct val="100000"/>
              </a:lnSpc>
              <a:spcBef>
                <a:spcPts val="560"/>
              </a:spcBef>
              <a:spcAft>
                <a:spcPts val="0"/>
              </a:spcAft>
              <a:buSzPts val="2000"/>
              <a:buAutoNum type="arabicPeriod"/>
            </a:pPr>
            <a:r>
              <a:rPr lang="ja" sz="2000"/>
              <a:t>Minimライブラリを使用するための記述</a:t>
            </a:r>
            <a:endParaRPr sz="2000"/>
          </a:p>
          <a:p>
            <a:pPr indent="0" lvl="0" marL="0" rtl="0" algn="l">
              <a:lnSpc>
                <a:spcPct val="100000"/>
              </a:lnSpc>
              <a:spcBef>
                <a:spcPts val="560"/>
              </a:spcBef>
              <a:spcAft>
                <a:spcPts val="0"/>
              </a:spcAft>
              <a:buSzPts val="2400"/>
              <a:buNone/>
            </a:pPr>
            <a:r>
              <a:rPr b="1" lang="ja" sz="3000"/>
              <a:t>add_library(’minim’)</a:t>
            </a:r>
            <a:endParaRPr b="1" sz="3000"/>
          </a:p>
          <a:p>
            <a:pPr indent="0" lvl="0" marL="0" rtl="0" algn="l">
              <a:lnSpc>
                <a:spcPct val="100000"/>
              </a:lnSpc>
              <a:spcBef>
                <a:spcPts val="560"/>
              </a:spcBef>
              <a:spcAft>
                <a:spcPts val="0"/>
              </a:spcAft>
              <a:buSzPts val="2400"/>
              <a:buNone/>
            </a:pPr>
            <a:r>
              <a:t/>
            </a:r>
            <a:endParaRPr sz="2000"/>
          </a:p>
          <a:p>
            <a:pPr indent="-355600" lvl="0" marL="457200" rtl="0" algn="l">
              <a:lnSpc>
                <a:spcPct val="100000"/>
              </a:lnSpc>
              <a:spcBef>
                <a:spcPts val="560"/>
              </a:spcBef>
              <a:spcAft>
                <a:spcPts val="0"/>
              </a:spcAft>
              <a:buSzPts val="2000"/>
              <a:buAutoNum type="arabicPeriod"/>
            </a:pPr>
            <a:r>
              <a:rPr lang="ja" sz="2000"/>
              <a:t>実際に使用するための初期設定</a:t>
            </a:r>
            <a:endParaRPr sz="2000"/>
          </a:p>
          <a:p>
            <a:pPr indent="0" lvl="0" marL="0" rtl="0" algn="l">
              <a:lnSpc>
                <a:spcPct val="100000"/>
              </a:lnSpc>
              <a:spcBef>
                <a:spcPts val="560"/>
              </a:spcBef>
              <a:spcAft>
                <a:spcPts val="0"/>
              </a:spcAft>
              <a:buSzPts val="2400"/>
              <a:buNone/>
            </a:pPr>
            <a:r>
              <a:rPr b="1" lang="ja" sz="3000"/>
              <a:t>minim = Minim(this) </a:t>
            </a:r>
            <a:endParaRPr b="1" sz="3000"/>
          </a:p>
          <a:p>
            <a:pPr indent="0" lvl="0" marL="0" rtl="0" algn="l">
              <a:lnSpc>
                <a:spcPct val="100000"/>
              </a:lnSpc>
              <a:spcBef>
                <a:spcPts val="560"/>
              </a:spcBef>
              <a:spcAft>
                <a:spcPts val="0"/>
              </a:spcAft>
              <a:buSzPts val="2400"/>
              <a:buNone/>
            </a:pPr>
            <a:r>
              <a:t/>
            </a:r>
            <a:endParaRPr sz="2000"/>
          </a:p>
          <a:p>
            <a:pPr indent="-355600" lvl="0" marL="457200" rtl="0" algn="l">
              <a:lnSpc>
                <a:spcPct val="100000"/>
              </a:lnSpc>
              <a:spcBef>
                <a:spcPts val="560"/>
              </a:spcBef>
              <a:spcAft>
                <a:spcPts val="0"/>
              </a:spcAft>
              <a:buSzPts val="2000"/>
              <a:buAutoNum type="arabicPeriod"/>
            </a:pPr>
            <a:r>
              <a:rPr lang="ja" sz="2000"/>
              <a:t>音ファイルの読み込み</a:t>
            </a:r>
            <a:endParaRPr sz="2000"/>
          </a:p>
          <a:p>
            <a:pPr indent="0" lvl="0" marL="0" rtl="0" algn="l">
              <a:lnSpc>
                <a:spcPct val="100000"/>
              </a:lnSpc>
              <a:spcBef>
                <a:spcPts val="560"/>
              </a:spcBef>
              <a:spcAft>
                <a:spcPts val="0"/>
              </a:spcAft>
              <a:buSzPts val="2400"/>
              <a:buNone/>
            </a:pPr>
            <a:r>
              <a:rPr b="1" lang="ja" sz="2700"/>
              <a:t>player = minim.loadFile(“ファイル名”，〇〇〇）</a:t>
            </a:r>
            <a:endParaRPr b="1" sz="2700"/>
          </a:p>
          <a:p>
            <a:pPr indent="0" lvl="0" marL="0" rtl="0" algn="l">
              <a:spcBef>
                <a:spcPts val="560"/>
              </a:spcBef>
              <a:spcAft>
                <a:spcPts val="0"/>
              </a:spcAft>
              <a:buSzPts val="2400"/>
              <a:buNone/>
            </a:pPr>
            <a:r>
              <a:rPr b="1" lang="ja" sz="2000"/>
              <a:t>                                                                                                 </a:t>
            </a:r>
            <a:r>
              <a:rPr b="1" lang="ja" sz="1100"/>
              <a:t>↑</a:t>
            </a:r>
            <a:r>
              <a:rPr b="1" lang="ja" sz="1100" u="sng"/>
              <a:t>バッファ</a:t>
            </a:r>
            <a:r>
              <a:rPr b="1" lang="ja" sz="1100"/>
              <a:t>サイズ</a:t>
            </a:r>
            <a:endParaRPr b="1" sz="2700"/>
          </a:p>
          <a:p>
            <a:pPr indent="-355600" lvl="0" marL="457200" rtl="0" algn="l">
              <a:lnSpc>
                <a:spcPct val="100000"/>
              </a:lnSpc>
              <a:spcBef>
                <a:spcPts val="560"/>
              </a:spcBef>
              <a:spcAft>
                <a:spcPts val="0"/>
              </a:spcAft>
              <a:buSzPts val="2000"/>
              <a:buAutoNum type="arabicPeriod"/>
            </a:pPr>
            <a:r>
              <a:rPr lang="ja" sz="2000"/>
              <a:t>音ファイルの再生</a:t>
            </a:r>
            <a:endParaRPr sz="2000"/>
          </a:p>
          <a:p>
            <a:pPr indent="0" lvl="0" marL="0" rtl="0" algn="l">
              <a:lnSpc>
                <a:spcPct val="100000"/>
              </a:lnSpc>
              <a:spcBef>
                <a:spcPts val="560"/>
              </a:spcBef>
              <a:spcAft>
                <a:spcPts val="0"/>
              </a:spcAft>
              <a:buSzPts val="2400"/>
              <a:buNone/>
            </a:pPr>
            <a:r>
              <a:rPr b="1" lang="ja" sz="2700"/>
              <a:t>player.play()</a:t>
            </a:r>
            <a:endParaRPr b="1" sz="2700"/>
          </a:p>
          <a:p>
            <a:pPr indent="0" lvl="0" marL="0" rtl="0" algn="l">
              <a:lnSpc>
                <a:spcPct val="100000"/>
              </a:lnSpc>
              <a:spcBef>
                <a:spcPts val="560"/>
              </a:spcBef>
              <a:spcAft>
                <a:spcPts val="0"/>
              </a:spcAft>
              <a:buNone/>
            </a:pPr>
            <a:r>
              <a:rPr lang="ja" sz="500">
                <a:highlight>
                  <a:schemeClr val="lt1"/>
                </a:highlight>
              </a:rPr>
              <a:t>５．後処理</a:t>
            </a:r>
            <a:endParaRPr sz="500">
              <a:highlight>
                <a:schemeClr val="lt1"/>
              </a:highlight>
            </a:endParaRPr>
          </a:p>
          <a:p>
            <a:pPr indent="0" lvl="0" marL="0" rtl="0" algn="l">
              <a:spcBef>
                <a:spcPts val="560"/>
              </a:spcBef>
              <a:spcAft>
                <a:spcPts val="0"/>
              </a:spcAft>
              <a:buNone/>
            </a:pPr>
            <a:r>
              <a:rPr lang="ja" sz="800">
                <a:highlight>
                  <a:schemeClr val="lt1"/>
                </a:highlight>
              </a:rPr>
              <a:t>player.close()</a:t>
            </a:r>
            <a:endParaRPr sz="800">
              <a:highlight>
                <a:schemeClr val="lt1"/>
              </a:highlight>
            </a:endParaRPr>
          </a:p>
          <a:p>
            <a:pPr indent="0" lvl="0" marL="0" rtl="0" algn="l">
              <a:spcBef>
                <a:spcPts val="560"/>
              </a:spcBef>
              <a:spcAft>
                <a:spcPts val="0"/>
              </a:spcAft>
              <a:buNone/>
            </a:pPr>
            <a:r>
              <a:rPr lang="ja" sz="800">
                <a:highlight>
                  <a:schemeClr val="lt1"/>
                </a:highlight>
              </a:rPr>
              <a:t>minim.stop()</a:t>
            </a:r>
            <a:endParaRPr b="1" sz="1900">
              <a:highlight>
                <a:schemeClr val="lt1"/>
              </a:highlight>
            </a:endParaRPr>
          </a:p>
          <a:p>
            <a:pPr indent="0" lvl="0" marL="0" rtl="0" algn="l">
              <a:lnSpc>
                <a:spcPct val="100000"/>
              </a:lnSpc>
              <a:spcBef>
                <a:spcPts val="560"/>
              </a:spcBef>
              <a:spcAft>
                <a:spcPts val="0"/>
              </a:spcAft>
              <a:buSzPts val="2400"/>
              <a:buNone/>
            </a:pPr>
            <a:r>
              <a:rPr lang="ja" sz="1200">
                <a:highlight>
                  <a:schemeClr val="lt1"/>
                </a:highlight>
              </a:rPr>
              <a:t>　　　　　　</a:t>
            </a:r>
            <a:r>
              <a:rPr lang="ja" sz="2000"/>
              <a:t>　　　　　　　　　　　</a:t>
            </a:r>
            <a:endParaRPr sz="2000"/>
          </a:p>
          <a:p>
            <a:pPr indent="0" lvl="0" marL="0" rtl="0" algn="l">
              <a:lnSpc>
                <a:spcPct val="100000"/>
              </a:lnSpc>
              <a:spcBef>
                <a:spcPts val="560"/>
              </a:spcBef>
              <a:spcAft>
                <a:spcPts val="0"/>
              </a:spcAft>
              <a:buSzPts val="2400"/>
              <a:buNone/>
            </a:pPr>
            <a:r>
              <a:t/>
            </a:r>
            <a:endParaRPr sz="1300"/>
          </a:p>
        </p:txBody>
      </p:sp>
      <p:sp>
        <p:nvSpPr>
          <p:cNvPr id="324" name="Google Shape;324;p24"/>
          <p:cNvSpPr txBox="1"/>
          <p:nvPr>
            <p:ph idx="12" type="sldNum"/>
          </p:nvPr>
        </p:nvSpPr>
        <p:spPr>
          <a:xfrm>
            <a:off x="8568600" y="4858104"/>
            <a:ext cx="575400" cy="315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ja"/>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25"/>
          <p:cNvSpPr txBox="1"/>
          <p:nvPr>
            <p:ph type="title"/>
          </p:nvPr>
        </p:nvSpPr>
        <p:spPr>
          <a:xfrm>
            <a:off x="467544" y="72895"/>
            <a:ext cx="8229600" cy="315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3000"/>
              <a:buNone/>
            </a:pPr>
            <a:r>
              <a:rPr b="1" lang="ja" sz="2300" u="sng"/>
              <a:t>Minimライブラリを用いたプログラミング方法</a:t>
            </a:r>
            <a:endParaRPr b="1" sz="2300" u="sng"/>
          </a:p>
        </p:txBody>
      </p:sp>
      <p:sp>
        <p:nvSpPr>
          <p:cNvPr id="331" name="Google Shape;331;p25"/>
          <p:cNvSpPr txBox="1"/>
          <p:nvPr>
            <p:ph idx="1" type="body"/>
          </p:nvPr>
        </p:nvSpPr>
        <p:spPr>
          <a:xfrm>
            <a:off x="467550" y="470944"/>
            <a:ext cx="8561100" cy="3744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560"/>
              </a:spcBef>
              <a:spcAft>
                <a:spcPts val="0"/>
              </a:spcAft>
              <a:buSzPts val="2400"/>
              <a:buNone/>
            </a:pPr>
            <a:r>
              <a:rPr lang="ja">
                <a:solidFill>
                  <a:srgbClr val="999999"/>
                </a:solidFill>
              </a:rPr>
              <a:t>ライブラリを使用するための記述</a:t>
            </a:r>
            <a:endParaRPr>
              <a:solidFill>
                <a:srgbClr val="999999"/>
              </a:solidFill>
            </a:endParaRPr>
          </a:p>
          <a:p>
            <a:pPr indent="0" lvl="0" marL="0" rtl="0" algn="l">
              <a:lnSpc>
                <a:spcPct val="100000"/>
              </a:lnSpc>
              <a:spcBef>
                <a:spcPts val="560"/>
              </a:spcBef>
              <a:spcAft>
                <a:spcPts val="0"/>
              </a:spcAft>
              <a:buSzPts val="2400"/>
              <a:buNone/>
            </a:pPr>
            <a:r>
              <a:rPr lang="ja">
                <a:solidFill>
                  <a:srgbClr val="999999"/>
                </a:solidFill>
              </a:rPr>
              <a:t>add_library(’minim’)</a:t>
            </a:r>
            <a:endParaRPr>
              <a:solidFill>
                <a:srgbClr val="999999"/>
              </a:solidFill>
            </a:endParaRPr>
          </a:p>
          <a:p>
            <a:pPr indent="0" lvl="0" marL="0" rtl="0" algn="l">
              <a:lnSpc>
                <a:spcPct val="100000"/>
              </a:lnSpc>
              <a:spcBef>
                <a:spcPts val="560"/>
              </a:spcBef>
              <a:spcAft>
                <a:spcPts val="0"/>
              </a:spcAft>
              <a:buSzPts val="2400"/>
              <a:buNone/>
            </a:pPr>
            <a:r>
              <a:t/>
            </a:r>
            <a:endParaRPr>
              <a:solidFill>
                <a:srgbClr val="999999"/>
              </a:solidFill>
            </a:endParaRPr>
          </a:p>
          <a:p>
            <a:pPr indent="0" lvl="0" marL="0" rtl="0" algn="l">
              <a:lnSpc>
                <a:spcPct val="100000"/>
              </a:lnSpc>
              <a:spcBef>
                <a:spcPts val="560"/>
              </a:spcBef>
              <a:spcAft>
                <a:spcPts val="0"/>
              </a:spcAft>
              <a:buSzPts val="2400"/>
              <a:buNone/>
            </a:pPr>
            <a:r>
              <a:rPr lang="ja">
                <a:solidFill>
                  <a:srgbClr val="999999"/>
                </a:solidFill>
              </a:rPr>
              <a:t>実際に使用できるように設定</a:t>
            </a:r>
            <a:endParaRPr>
              <a:solidFill>
                <a:srgbClr val="999999"/>
              </a:solidFill>
            </a:endParaRPr>
          </a:p>
          <a:p>
            <a:pPr indent="0" lvl="0" marL="0" rtl="0" algn="l">
              <a:lnSpc>
                <a:spcPct val="100000"/>
              </a:lnSpc>
              <a:spcBef>
                <a:spcPts val="560"/>
              </a:spcBef>
              <a:spcAft>
                <a:spcPts val="0"/>
              </a:spcAft>
              <a:buSzPts val="2400"/>
              <a:buNone/>
            </a:pPr>
            <a:r>
              <a:rPr lang="ja">
                <a:solidFill>
                  <a:srgbClr val="999999"/>
                </a:solidFill>
              </a:rPr>
              <a:t>minim = Minim(this) #初期化</a:t>
            </a:r>
            <a:endParaRPr>
              <a:solidFill>
                <a:srgbClr val="999999"/>
              </a:solidFill>
            </a:endParaRPr>
          </a:p>
          <a:p>
            <a:pPr indent="0" lvl="0" marL="0" rtl="0" algn="l">
              <a:lnSpc>
                <a:spcPct val="100000"/>
              </a:lnSpc>
              <a:spcBef>
                <a:spcPts val="560"/>
              </a:spcBef>
              <a:spcAft>
                <a:spcPts val="0"/>
              </a:spcAft>
              <a:buSzPts val="2400"/>
              <a:buNone/>
            </a:pPr>
            <a:r>
              <a:t/>
            </a:r>
            <a:endParaRPr>
              <a:solidFill>
                <a:srgbClr val="999999"/>
              </a:solidFill>
            </a:endParaRPr>
          </a:p>
          <a:p>
            <a:pPr indent="0" lvl="0" marL="0" rtl="0" algn="l">
              <a:lnSpc>
                <a:spcPct val="100000"/>
              </a:lnSpc>
              <a:spcBef>
                <a:spcPts val="560"/>
              </a:spcBef>
              <a:spcAft>
                <a:spcPts val="0"/>
              </a:spcAft>
              <a:buSzPts val="2400"/>
              <a:buNone/>
            </a:pPr>
            <a:r>
              <a:rPr lang="ja">
                <a:solidFill>
                  <a:srgbClr val="999999"/>
                </a:solidFill>
              </a:rPr>
              <a:t>音声ファイルの読み出し</a:t>
            </a:r>
            <a:endParaRPr>
              <a:solidFill>
                <a:srgbClr val="999999"/>
              </a:solidFill>
            </a:endParaRPr>
          </a:p>
          <a:p>
            <a:pPr indent="0" lvl="0" marL="0" rtl="0" algn="l">
              <a:lnSpc>
                <a:spcPct val="100000"/>
              </a:lnSpc>
              <a:spcBef>
                <a:spcPts val="560"/>
              </a:spcBef>
              <a:spcAft>
                <a:spcPts val="0"/>
              </a:spcAft>
              <a:buSzPts val="2400"/>
              <a:buNone/>
            </a:pPr>
            <a:r>
              <a:rPr b="1" lang="ja"/>
              <a:t>player = minim.loadFile(“ファイル名”，〇〇〇）</a:t>
            </a:r>
            <a:endParaRPr b="1"/>
          </a:p>
          <a:p>
            <a:pPr indent="0" lvl="0" marL="0" rtl="0" algn="l">
              <a:lnSpc>
                <a:spcPct val="100000"/>
              </a:lnSpc>
              <a:spcBef>
                <a:spcPts val="560"/>
              </a:spcBef>
              <a:spcAft>
                <a:spcPts val="0"/>
              </a:spcAft>
              <a:buSzPts val="2400"/>
              <a:buNone/>
            </a:pPr>
            <a:r>
              <a:rPr b="1" lang="ja"/>
              <a:t>　　　　　　　　　　　　　　　　　↑</a:t>
            </a:r>
            <a:r>
              <a:rPr b="1" lang="ja" u="sng"/>
              <a:t>バッファ</a:t>
            </a:r>
            <a:r>
              <a:rPr b="1" lang="ja"/>
              <a:t>サイズ</a:t>
            </a:r>
            <a:endParaRPr b="1"/>
          </a:p>
          <a:p>
            <a:pPr indent="0" lvl="0" marL="0" rtl="0" algn="l">
              <a:lnSpc>
                <a:spcPct val="100000"/>
              </a:lnSpc>
              <a:spcBef>
                <a:spcPts val="560"/>
              </a:spcBef>
              <a:spcAft>
                <a:spcPts val="0"/>
              </a:spcAft>
              <a:buSzPts val="2400"/>
              <a:buNone/>
            </a:pPr>
            <a:r>
              <a:rPr lang="ja"/>
              <a:t>　　</a:t>
            </a:r>
            <a:r>
              <a:rPr lang="ja" sz="1700"/>
              <a:t>バッファサイズ分の音声データを取得する度にdraw関数が呼び出される</a:t>
            </a:r>
            <a:endParaRPr sz="1700"/>
          </a:p>
          <a:p>
            <a:pPr indent="0" lvl="0" marL="0" rtl="0" algn="l">
              <a:lnSpc>
                <a:spcPct val="100000"/>
              </a:lnSpc>
              <a:spcBef>
                <a:spcPts val="560"/>
              </a:spcBef>
              <a:spcAft>
                <a:spcPts val="0"/>
              </a:spcAft>
              <a:buSzPts val="2400"/>
              <a:buNone/>
            </a:pPr>
            <a:r>
              <a:rPr lang="ja" sz="1700"/>
              <a:t>　　　例：player = minim.loadFile('../sounddata/sample.mp3', </a:t>
            </a:r>
            <a:r>
              <a:rPr lang="ja" sz="1700">
                <a:solidFill>
                  <a:srgbClr val="FF0000"/>
                </a:solidFill>
              </a:rPr>
              <a:t>800</a:t>
            </a:r>
            <a:r>
              <a:rPr lang="ja" sz="1700"/>
              <a:t>)</a:t>
            </a:r>
            <a:endParaRPr sz="1700"/>
          </a:p>
        </p:txBody>
      </p:sp>
      <p:sp>
        <p:nvSpPr>
          <p:cNvPr id="332" name="Google Shape;332;p25"/>
          <p:cNvSpPr txBox="1"/>
          <p:nvPr>
            <p:ph idx="12" type="sldNum"/>
          </p:nvPr>
        </p:nvSpPr>
        <p:spPr>
          <a:xfrm>
            <a:off x="8568700" y="4038407"/>
            <a:ext cx="575400" cy="315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ja"/>
              <a:t>‹#›</a:t>
            </a:fld>
            <a:endParaRPr/>
          </a:p>
        </p:txBody>
      </p:sp>
      <p:sp>
        <p:nvSpPr>
          <p:cNvPr id="333" name="Google Shape;333;p25"/>
          <p:cNvSpPr txBox="1"/>
          <p:nvPr/>
        </p:nvSpPr>
        <p:spPr>
          <a:xfrm>
            <a:off x="1529600" y="4078238"/>
            <a:ext cx="6672900" cy="907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ja" sz="1700" u="none" cap="none" strike="noStrike">
                <a:solidFill>
                  <a:srgbClr val="000000"/>
                </a:solidFill>
                <a:latin typeface="Arial"/>
                <a:ea typeface="Arial"/>
                <a:cs typeface="Arial"/>
                <a:sym typeface="Arial"/>
              </a:rPr>
              <a:t>44,100 / </a:t>
            </a:r>
            <a:r>
              <a:rPr b="0" i="0" lang="ja" sz="1700" u="none" cap="none" strike="noStrike">
                <a:solidFill>
                  <a:srgbClr val="FF0000"/>
                </a:solidFill>
                <a:latin typeface="Arial"/>
                <a:ea typeface="Arial"/>
                <a:cs typeface="Arial"/>
                <a:sym typeface="Arial"/>
              </a:rPr>
              <a:t>800</a:t>
            </a:r>
            <a:r>
              <a:rPr b="0" i="0" lang="ja" sz="1700" u="none" cap="none" strike="noStrike">
                <a:solidFill>
                  <a:srgbClr val="000000"/>
                </a:solidFill>
                <a:latin typeface="Arial"/>
                <a:ea typeface="Arial"/>
                <a:cs typeface="Arial"/>
                <a:sym typeface="Arial"/>
              </a:rPr>
              <a:t> = 55.125     </a:t>
            </a:r>
            <a:r>
              <a:rPr b="1" i="0" lang="ja" sz="1700" u="sng" cap="none" strike="noStrike">
                <a:solidFill>
                  <a:srgbClr val="000000"/>
                </a:solidFill>
                <a:latin typeface="Arial"/>
                <a:ea typeface="Arial"/>
                <a:cs typeface="Arial"/>
                <a:sym typeface="Arial"/>
              </a:rPr>
              <a:t> 1秒間に約55回draw関数が呼び出される</a:t>
            </a:r>
            <a:endParaRPr b="1" i="0" sz="1700" u="sng"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ja" sz="1700" u="none" cap="none" strike="noStrike">
                <a:solidFill>
                  <a:srgbClr val="000000"/>
                </a:solidFill>
                <a:latin typeface="Arial"/>
                <a:ea typeface="Arial"/>
                <a:cs typeface="Arial"/>
                <a:sym typeface="Arial"/>
              </a:rPr>
              <a:t>draw関数は1秒間に最大60回までしか実行できないので</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1" i="0" lang="ja" sz="1700" u="sng" cap="none" strike="noStrike">
                <a:solidFill>
                  <a:srgbClr val="000000"/>
                </a:solidFill>
                <a:latin typeface="Arial"/>
                <a:ea typeface="Arial"/>
                <a:cs typeface="Arial"/>
                <a:sym typeface="Arial"/>
              </a:rPr>
              <a:t>44,100 / x = 60以下になるように小さな値を xに設定</a:t>
            </a:r>
            <a:endParaRPr b="1" i="0" sz="1700" u="sng"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26"/>
          <p:cNvSpPr txBox="1"/>
          <p:nvPr>
            <p:ph idx="12" type="sldNum"/>
          </p:nvPr>
        </p:nvSpPr>
        <p:spPr>
          <a:xfrm>
            <a:off x="8568700" y="4038407"/>
            <a:ext cx="575400" cy="31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ja"/>
              <a:t>‹#›</a:t>
            </a:fld>
            <a:endParaRPr/>
          </a:p>
        </p:txBody>
      </p:sp>
      <p:pic>
        <p:nvPicPr>
          <p:cNvPr id="340" name="Google Shape;340;p26"/>
          <p:cNvPicPr preferRelativeResize="0"/>
          <p:nvPr/>
        </p:nvPicPr>
        <p:blipFill rotWithShape="1">
          <a:blip r:embed="rId3">
            <a:alphaModFix/>
          </a:blip>
          <a:srcRect b="36004" l="0" r="0" t="0"/>
          <a:stretch/>
        </p:blipFill>
        <p:spPr>
          <a:xfrm>
            <a:off x="0" y="3"/>
            <a:ext cx="8179052" cy="4430001"/>
          </a:xfrm>
          <a:prstGeom prst="rect">
            <a:avLst/>
          </a:prstGeom>
          <a:noFill/>
          <a:ln>
            <a:noFill/>
          </a:ln>
          <a:effectLst>
            <a:outerShdw blurRad="57150" rotWithShape="0" algn="bl" dir="5400000" dist="19050">
              <a:srgbClr val="000000">
                <a:alpha val="49800"/>
              </a:srgbClr>
            </a:outerShdw>
          </a:effectLst>
        </p:spPr>
      </p:pic>
      <p:sp>
        <p:nvSpPr>
          <p:cNvPr id="341" name="Google Shape;341;p26"/>
          <p:cNvSpPr txBox="1"/>
          <p:nvPr/>
        </p:nvSpPr>
        <p:spPr>
          <a:xfrm>
            <a:off x="0" y="4430007"/>
            <a:ext cx="81792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600"/>
              <a:buFont typeface="Arial"/>
              <a:buNone/>
            </a:pPr>
            <a:r>
              <a:rPr b="0" i="0" lang="ja" sz="1100" u="none" cap="none" strike="noStrike">
                <a:solidFill>
                  <a:schemeClr val="dk1"/>
                </a:solidFill>
                <a:latin typeface="Arial"/>
                <a:ea typeface="Arial"/>
                <a:cs typeface="Arial"/>
                <a:sym typeface="Arial"/>
              </a:rPr>
              <a:t>https://masatsumu-dtm.com/word_45-buffer_size/</a:t>
            </a:r>
            <a:endParaRPr b="0" i="0" sz="1100" u="none" cap="none" strike="noStrike">
              <a:solidFill>
                <a:srgbClr val="000000"/>
              </a:solidFill>
              <a:latin typeface="Arial"/>
              <a:ea typeface="Arial"/>
              <a:cs typeface="Arial"/>
              <a:sym typeface="Arial"/>
            </a:endParaRPr>
          </a:p>
        </p:txBody>
      </p:sp>
      <p:sp>
        <p:nvSpPr>
          <p:cNvPr id="342" name="Google Shape;342;p26"/>
          <p:cNvSpPr txBox="1"/>
          <p:nvPr/>
        </p:nvSpPr>
        <p:spPr>
          <a:xfrm>
            <a:off x="0" y="4667318"/>
            <a:ext cx="81792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1" i="0" lang="ja" sz="2000" u="sng" cap="none" strike="noStrike">
                <a:solidFill>
                  <a:srgbClr val="0000FF"/>
                </a:solidFill>
                <a:highlight>
                  <a:srgbClr val="FDFDFD"/>
                </a:highlight>
                <a:latin typeface="HiraMaruPro-W4"/>
                <a:ea typeface="HiraMaruPro-W4"/>
                <a:cs typeface="HiraMaruPro-W4"/>
                <a:sym typeface="HiraMaruPro-W4"/>
              </a:rPr>
              <a:t>バッファ</a:t>
            </a:r>
            <a:r>
              <a:rPr b="0" i="0" lang="ja" sz="2000" u="none" cap="none" strike="noStrike">
                <a:solidFill>
                  <a:srgbClr val="0000FF"/>
                </a:solidFill>
                <a:highlight>
                  <a:srgbClr val="FDFDFD"/>
                </a:highlight>
                <a:latin typeface="HiraMaruPro-W4"/>
                <a:ea typeface="HiraMaruPro-W4"/>
                <a:cs typeface="HiraMaruPro-W4"/>
                <a:sym typeface="HiraMaruPro-W4"/>
              </a:rPr>
              <a:t>にある程度データを先読みさせておくことで音が途切れない</a:t>
            </a:r>
            <a:endParaRPr b="0" i="0" sz="2200" u="none" cap="none" strike="noStrike">
              <a:solidFill>
                <a:srgbClr val="0000FF"/>
              </a:solidFill>
              <a:latin typeface="HiraMaruPro-W4"/>
              <a:ea typeface="HiraMaruPro-W4"/>
              <a:cs typeface="HiraMaruPro-W4"/>
              <a:sym typeface="HiraMaruPro-W4"/>
            </a:endParaRPr>
          </a:p>
        </p:txBody>
      </p:sp>
      <p:sp>
        <p:nvSpPr>
          <p:cNvPr id="343" name="Google Shape;343;p26"/>
          <p:cNvSpPr txBox="1"/>
          <p:nvPr/>
        </p:nvSpPr>
        <p:spPr>
          <a:xfrm>
            <a:off x="3323575" y="786788"/>
            <a:ext cx="988200" cy="300300"/>
          </a:xfrm>
          <a:prstGeom prst="rect">
            <a:avLst/>
          </a:prstGeom>
          <a:solidFill>
            <a:schemeClr val="lt1"/>
          </a:solid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ja"/>
              <a:t>　データ</a:t>
            </a:r>
            <a:endParaRPr b="1"/>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27"/>
          <p:cNvSpPr txBox="1"/>
          <p:nvPr>
            <p:ph type="title"/>
          </p:nvPr>
        </p:nvSpPr>
        <p:spPr>
          <a:xfrm>
            <a:off x="467544" y="72895"/>
            <a:ext cx="8229600" cy="315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3000"/>
              <a:buNone/>
            </a:pPr>
            <a:r>
              <a:rPr lang="ja"/>
              <a:t>再生後の後始末</a:t>
            </a:r>
            <a:endParaRPr/>
          </a:p>
        </p:txBody>
      </p:sp>
      <p:sp>
        <p:nvSpPr>
          <p:cNvPr id="350" name="Google Shape;350;p27"/>
          <p:cNvSpPr txBox="1"/>
          <p:nvPr>
            <p:ph idx="1" type="body"/>
          </p:nvPr>
        </p:nvSpPr>
        <p:spPr>
          <a:xfrm>
            <a:off x="467544" y="582952"/>
            <a:ext cx="8229600" cy="312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560"/>
              </a:spcBef>
              <a:spcAft>
                <a:spcPts val="0"/>
              </a:spcAft>
              <a:buSzPts val="2400"/>
              <a:buNone/>
            </a:pPr>
            <a:r>
              <a:rPr lang="ja"/>
              <a:t>Minim クラスを利用して音を再生した場合</a:t>
            </a:r>
            <a:endParaRPr/>
          </a:p>
          <a:p>
            <a:pPr indent="0" lvl="0" marL="0" rtl="0" algn="l">
              <a:lnSpc>
                <a:spcPct val="100000"/>
              </a:lnSpc>
              <a:spcBef>
                <a:spcPts val="560"/>
              </a:spcBef>
              <a:spcAft>
                <a:spcPts val="0"/>
              </a:spcAft>
              <a:buSzPts val="2400"/>
              <a:buNone/>
            </a:pPr>
            <a:r>
              <a:rPr lang="ja"/>
              <a:t>Processingのプログラムが終了するときに必ず後始末をする</a:t>
            </a:r>
            <a:endParaRPr/>
          </a:p>
          <a:p>
            <a:pPr indent="0" lvl="0" marL="0" rtl="0" algn="l">
              <a:lnSpc>
                <a:spcPct val="100000"/>
              </a:lnSpc>
              <a:spcBef>
                <a:spcPts val="560"/>
              </a:spcBef>
              <a:spcAft>
                <a:spcPts val="0"/>
              </a:spcAft>
              <a:buSzPts val="2400"/>
              <a:buNone/>
            </a:pPr>
            <a:r>
              <a:t/>
            </a:r>
            <a:endParaRPr sz="2000"/>
          </a:p>
          <a:p>
            <a:pPr indent="0" lvl="0" marL="0" rtl="0" algn="l">
              <a:lnSpc>
                <a:spcPct val="100000"/>
              </a:lnSpc>
              <a:spcBef>
                <a:spcPts val="560"/>
              </a:spcBef>
              <a:spcAft>
                <a:spcPts val="0"/>
              </a:spcAft>
              <a:buSzPts val="2400"/>
              <a:buNone/>
            </a:pPr>
            <a:r>
              <a:rPr lang="ja" sz="2000"/>
              <a:t>    </a:t>
            </a:r>
            <a:r>
              <a:rPr lang="ja" sz="2000">
                <a:highlight>
                  <a:srgbClr val="D5A6BD"/>
                </a:highlight>
              </a:rPr>
              <a:t>player</a:t>
            </a:r>
            <a:r>
              <a:rPr lang="ja" sz="2000"/>
              <a:t>.close()</a:t>
            </a:r>
            <a:endParaRPr sz="2000"/>
          </a:p>
          <a:p>
            <a:pPr indent="0" lvl="0" marL="0" rtl="0" algn="l">
              <a:lnSpc>
                <a:spcPct val="100000"/>
              </a:lnSpc>
              <a:spcBef>
                <a:spcPts val="560"/>
              </a:spcBef>
              <a:spcAft>
                <a:spcPts val="0"/>
              </a:spcAft>
              <a:buClr>
                <a:schemeClr val="dk1"/>
              </a:buClr>
              <a:buSzPts val="1100"/>
              <a:buFont typeface="Arial"/>
              <a:buNone/>
            </a:pPr>
            <a:r>
              <a:rPr lang="ja" sz="2000"/>
              <a:t>    </a:t>
            </a:r>
            <a:r>
              <a:rPr lang="ja" sz="2000">
                <a:highlight>
                  <a:srgbClr val="00FF00"/>
                </a:highlight>
              </a:rPr>
              <a:t>minim</a:t>
            </a:r>
            <a:r>
              <a:rPr lang="ja" sz="2000"/>
              <a:t>.stop()</a:t>
            </a:r>
            <a:r>
              <a:rPr lang="ja"/>
              <a:t> </a:t>
            </a:r>
            <a:endParaRPr/>
          </a:p>
          <a:p>
            <a:pPr indent="0" lvl="0" marL="0" rtl="0" algn="l">
              <a:lnSpc>
                <a:spcPct val="100000"/>
              </a:lnSpc>
              <a:spcBef>
                <a:spcPts val="560"/>
              </a:spcBef>
              <a:spcAft>
                <a:spcPts val="0"/>
              </a:spcAft>
              <a:buClr>
                <a:schemeClr val="dk1"/>
              </a:buClr>
              <a:buSzPts val="1100"/>
              <a:buFont typeface="Arial"/>
              <a:buNone/>
            </a:pPr>
            <a:r>
              <a:t/>
            </a:r>
            <a:endParaRPr/>
          </a:p>
          <a:p>
            <a:pPr indent="0" lvl="0" marL="0" rtl="0" algn="l">
              <a:lnSpc>
                <a:spcPct val="100000"/>
              </a:lnSpc>
              <a:spcBef>
                <a:spcPts val="560"/>
              </a:spcBef>
              <a:spcAft>
                <a:spcPts val="0"/>
              </a:spcAft>
              <a:buSzPts val="2400"/>
              <a:buNone/>
            </a:pPr>
            <a:r>
              <a:rPr lang="ja"/>
              <a:t>これらのコードは，setup()と draw() と同じように自動的に実行される組み込みメソッド stop() の中に記述する</a:t>
            </a:r>
            <a:endParaRPr/>
          </a:p>
          <a:p>
            <a:pPr indent="0" lvl="0" marL="0" rtl="0" algn="l">
              <a:lnSpc>
                <a:spcPct val="100000"/>
              </a:lnSpc>
              <a:spcBef>
                <a:spcPts val="560"/>
              </a:spcBef>
              <a:spcAft>
                <a:spcPts val="0"/>
              </a:spcAft>
              <a:buSzPts val="2400"/>
              <a:buNone/>
            </a:pPr>
            <a:r>
              <a:t/>
            </a:r>
            <a:endParaRPr/>
          </a:p>
          <a:p>
            <a:pPr indent="0" lvl="0" marL="0" rtl="0" algn="l">
              <a:lnSpc>
                <a:spcPct val="100000"/>
              </a:lnSpc>
              <a:spcBef>
                <a:spcPts val="560"/>
              </a:spcBef>
              <a:spcAft>
                <a:spcPts val="0"/>
              </a:spcAft>
              <a:buSzPts val="2400"/>
              <a:buNone/>
            </a:pPr>
            <a:r>
              <a:rPr lang="ja" sz="2000"/>
              <a:t>def stop():</a:t>
            </a:r>
            <a:endParaRPr sz="2000"/>
          </a:p>
          <a:p>
            <a:pPr indent="0" lvl="0" marL="0" rtl="0" algn="l">
              <a:lnSpc>
                <a:spcPct val="100000"/>
              </a:lnSpc>
              <a:spcBef>
                <a:spcPts val="560"/>
              </a:spcBef>
              <a:spcAft>
                <a:spcPts val="0"/>
              </a:spcAft>
              <a:buSzPts val="2400"/>
              <a:buNone/>
            </a:pPr>
            <a:r>
              <a:rPr lang="ja" sz="2000"/>
              <a:t>    </a:t>
            </a:r>
            <a:r>
              <a:rPr lang="ja" sz="2000">
                <a:highlight>
                  <a:srgbClr val="D5A6BD"/>
                </a:highlight>
              </a:rPr>
              <a:t>player</a:t>
            </a:r>
            <a:r>
              <a:rPr lang="ja" sz="2000"/>
              <a:t>.close()</a:t>
            </a:r>
            <a:endParaRPr sz="2000"/>
          </a:p>
          <a:p>
            <a:pPr indent="0" lvl="0" marL="0" rtl="0" algn="l">
              <a:lnSpc>
                <a:spcPct val="100000"/>
              </a:lnSpc>
              <a:spcBef>
                <a:spcPts val="560"/>
              </a:spcBef>
              <a:spcAft>
                <a:spcPts val="0"/>
              </a:spcAft>
              <a:buClr>
                <a:schemeClr val="dk1"/>
              </a:buClr>
              <a:buSzPts val="1100"/>
              <a:buFont typeface="Arial"/>
              <a:buNone/>
            </a:pPr>
            <a:r>
              <a:rPr lang="ja" sz="2000"/>
              <a:t>    </a:t>
            </a:r>
            <a:r>
              <a:rPr lang="ja" sz="2000">
                <a:highlight>
                  <a:srgbClr val="00FF00"/>
                </a:highlight>
              </a:rPr>
              <a:t>minim</a:t>
            </a:r>
            <a:r>
              <a:rPr lang="ja" sz="2000"/>
              <a:t>.stop()</a:t>
            </a:r>
            <a:endParaRPr/>
          </a:p>
          <a:p>
            <a:pPr indent="0" lvl="0" marL="0" rtl="0" algn="l">
              <a:lnSpc>
                <a:spcPct val="100000"/>
              </a:lnSpc>
              <a:spcBef>
                <a:spcPts val="560"/>
              </a:spcBef>
              <a:spcAft>
                <a:spcPts val="0"/>
              </a:spcAft>
              <a:buClr>
                <a:schemeClr val="dk1"/>
              </a:buClr>
              <a:buSzPts val="1100"/>
              <a:buFont typeface="Arial"/>
              <a:buNone/>
            </a:pPr>
            <a:r>
              <a:t/>
            </a:r>
            <a:endParaRPr/>
          </a:p>
          <a:p>
            <a:pPr indent="0" lvl="0" marL="0" rtl="0" algn="l">
              <a:lnSpc>
                <a:spcPct val="100000"/>
              </a:lnSpc>
              <a:spcBef>
                <a:spcPts val="560"/>
              </a:spcBef>
              <a:spcAft>
                <a:spcPts val="0"/>
              </a:spcAft>
              <a:buSzPts val="2400"/>
              <a:buNone/>
            </a:pPr>
            <a:r>
              <a:t/>
            </a:r>
            <a:endParaRPr/>
          </a:p>
        </p:txBody>
      </p:sp>
      <p:sp>
        <p:nvSpPr>
          <p:cNvPr id="351" name="Google Shape;351;p27"/>
          <p:cNvSpPr txBox="1"/>
          <p:nvPr>
            <p:ph idx="12" type="sldNum"/>
          </p:nvPr>
        </p:nvSpPr>
        <p:spPr>
          <a:xfrm>
            <a:off x="8568700" y="4038407"/>
            <a:ext cx="575400" cy="315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ja"/>
              <a:t>‹#›</a:t>
            </a:fld>
            <a:endParaRPr/>
          </a:p>
        </p:txBody>
      </p:sp>
      <p:sp>
        <p:nvSpPr>
          <p:cNvPr id="352" name="Google Shape;352;p27"/>
          <p:cNvSpPr txBox="1"/>
          <p:nvPr/>
        </p:nvSpPr>
        <p:spPr>
          <a:xfrm>
            <a:off x="396350" y="153131"/>
            <a:ext cx="912900" cy="300300"/>
          </a:xfrm>
          <a:prstGeom prst="rect">
            <a:avLst/>
          </a:prstGeom>
          <a:noFill/>
          <a:ln cap="flat" cmpd="sng" w="38100">
            <a:solidFill>
              <a:srgbClr val="00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重要</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28"/>
          <p:cNvSpPr txBox="1"/>
          <p:nvPr>
            <p:ph idx="1" type="body"/>
          </p:nvPr>
        </p:nvSpPr>
        <p:spPr>
          <a:xfrm>
            <a:off x="467550" y="699544"/>
            <a:ext cx="8229600" cy="4146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560"/>
              </a:spcBef>
              <a:spcAft>
                <a:spcPts val="0"/>
              </a:spcAft>
              <a:buSzPts val="2400"/>
              <a:buNone/>
            </a:pPr>
            <a:r>
              <a:rPr lang="ja"/>
              <a:t>sounddataディレクトリを作成</a:t>
            </a:r>
            <a:endParaRPr/>
          </a:p>
          <a:p>
            <a:pPr indent="0" lvl="0" marL="0" rtl="0" algn="l">
              <a:lnSpc>
                <a:spcPct val="100000"/>
              </a:lnSpc>
              <a:spcBef>
                <a:spcPts val="560"/>
              </a:spcBef>
              <a:spcAft>
                <a:spcPts val="0"/>
              </a:spcAft>
              <a:buSzPts val="2400"/>
              <a:buNone/>
            </a:pPr>
            <a:r>
              <a:rPr lang="ja"/>
              <a:t>下の2つ音楽ファイル(mp3)を配置</a:t>
            </a:r>
            <a:endParaRPr/>
          </a:p>
          <a:p>
            <a:pPr indent="0" lvl="0" marL="0" rtl="0" algn="l">
              <a:lnSpc>
                <a:spcPct val="100000"/>
              </a:lnSpc>
              <a:spcBef>
                <a:spcPts val="560"/>
              </a:spcBef>
              <a:spcAft>
                <a:spcPts val="0"/>
              </a:spcAft>
              <a:buSzPts val="2400"/>
              <a:buNone/>
            </a:pPr>
            <a:r>
              <a:rPr lang="ja"/>
              <a:t>MD1</a:t>
            </a:r>
            <a:endParaRPr/>
          </a:p>
          <a:p>
            <a:pPr indent="0" lvl="0" marL="0" rtl="0" algn="l">
              <a:lnSpc>
                <a:spcPct val="100000"/>
              </a:lnSpc>
              <a:spcBef>
                <a:spcPts val="560"/>
              </a:spcBef>
              <a:spcAft>
                <a:spcPts val="0"/>
              </a:spcAft>
              <a:buSzPts val="2400"/>
              <a:buNone/>
            </a:pPr>
            <a:r>
              <a:rPr lang="ja"/>
              <a:t>              </a:t>
            </a:r>
            <a:endParaRPr/>
          </a:p>
        </p:txBody>
      </p:sp>
      <p:sp>
        <p:nvSpPr>
          <p:cNvPr id="359" name="Google Shape;359;p28"/>
          <p:cNvSpPr txBox="1"/>
          <p:nvPr>
            <p:ph idx="12" type="sldNum"/>
          </p:nvPr>
        </p:nvSpPr>
        <p:spPr>
          <a:xfrm>
            <a:off x="8568700" y="4038407"/>
            <a:ext cx="575400" cy="315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ja"/>
              <a:t>‹#›</a:t>
            </a:fld>
            <a:endParaRPr/>
          </a:p>
        </p:txBody>
      </p:sp>
      <p:sp>
        <p:nvSpPr>
          <p:cNvPr id="360" name="Google Shape;360;p28"/>
          <p:cNvSpPr/>
          <p:nvPr/>
        </p:nvSpPr>
        <p:spPr>
          <a:xfrm>
            <a:off x="479475" y="109744"/>
            <a:ext cx="2016900" cy="447600"/>
          </a:xfrm>
          <a:prstGeom prst="roundRect">
            <a:avLst>
              <a:gd fmla="val 16667" name="adj"/>
            </a:avLst>
          </a:prstGeom>
          <a:solidFill>
            <a:srgbClr val="FFFFFF"/>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700"/>
              <a:buFont typeface="Arial"/>
              <a:buNone/>
            </a:pPr>
            <a:r>
              <a:rPr b="0" i="0" lang="ja" sz="2700" u="none" cap="none" strike="noStrike">
                <a:solidFill>
                  <a:srgbClr val="000000"/>
                </a:solidFill>
                <a:latin typeface="Arial"/>
                <a:ea typeface="Arial"/>
                <a:cs typeface="Arial"/>
                <a:sym typeface="Arial"/>
              </a:rPr>
              <a:t>準　備</a:t>
            </a:r>
            <a:endParaRPr b="0" i="0" sz="2700" u="none" cap="none" strike="noStrike">
              <a:solidFill>
                <a:srgbClr val="000000"/>
              </a:solidFill>
              <a:latin typeface="Arial"/>
              <a:ea typeface="Arial"/>
              <a:cs typeface="Arial"/>
              <a:sym typeface="Arial"/>
            </a:endParaRPr>
          </a:p>
        </p:txBody>
      </p:sp>
      <p:cxnSp>
        <p:nvCxnSpPr>
          <p:cNvPr id="361" name="Google Shape;361;p28"/>
          <p:cNvCxnSpPr/>
          <p:nvPr/>
        </p:nvCxnSpPr>
        <p:spPr>
          <a:xfrm>
            <a:off x="1177875" y="1612800"/>
            <a:ext cx="620100" cy="0"/>
          </a:xfrm>
          <a:prstGeom prst="straightConnector1">
            <a:avLst/>
          </a:prstGeom>
          <a:noFill/>
          <a:ln cap="flat" cmpd="sng" w="38100">
            <a:solidFill>
              <a:srgbClr val="000000"/>
            </a:solidFill>
            <a:prstDash val="solid"/>
            <a:round/>
            <a:headEnd len="sm" w="sm" type="none"/>
            <a:tailEnd len="sm" w="sm" type="none"/>
          </a:ln>
        </p:spPr>
      </p:cxnSp>
      <p:cxnSp>
        <p:nvCxnSpPr>
          <p:cNvPr id="362" name="Google Shape;362;p28"/>
          <p:cNvCxnSpPr/>
          <p:nvPr/>
        </p:nvCxnSpPr>
        <p:spPr>
          <a:xfrm>
            <a:off x="1487925" y="1612800"/>
            <a:ext cx="0" cy="823200"/>
          </a:xfrm>
          <a:prstGeom prst="straightConnector1">
            <a:avLst/>
          </a:prstGeom>
          <a:noFill/>
          <a:ln cap="flat" cmpd="sng" w="38100">
            <a:solidFill>
              <a:srgbClr val="000000"/>
            </a:solidFill>
            <a:prstDash val="solid"/>
            <a:round/>
            <a:headEnd len="sm" w="sm" type="none"/>
            <a:tailEnd len="sm" w="sm" type="none"/>
          </a:ln>
        </p:spPr>
      </p:cxnSp>
      <p:cxnSp>
        <p:nvCxnSpPr>
          <p:cNvPr id="363" name="Google Shape;363;p28"/>
          <p:cNvCxnSpPr/>
          <p:nvPr/>
        </p:nvCxnSpPr>
        <p:spPr>
          <a:xfrm>
            <a:off x="1487925" y="2431238"/>
            <a:ext cx="326700" cy="0"/>
          </a:xfrm>
          <a:prstGeom prst="straightConnector1">
            <a:avLst/>
          </a:prstGeom>
          <a:noFill/>
          <a:ln cap="flat" cmpd="sng" w="38100">
            <a:solidFill>
              <a:srgbClr val="000000"/>
            </a:solidFill>
            <a:prstDash val="solid"/>
            <a:round/>
            <a:headEnd len="sm" w="sm" type="none"/>
            <a:tailEnd len="sm" w="sm" type="none"/>
          </a:ln>
        </p:spPr>
      </p:cxnSp>
      <p:sp>
        <p:nvSpPr>
          <p:cNvPr id="364" name="Google Shape;364;p28"/>
          <p:cNvSpPr txBox="1"/>
          <p:nvPr/>
        </p:nvSpPr>
        <p:spPr>
          <a:xfrm>
            <a:off x="2483775" y="2545538"/>
            <a:ext cx="1720200" cy="21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ja" sz="2200" u="none" cap="none" strike="noStrike">
                <a:solidFill>
                  <a:srgbClr val="000000"/>
                </a:solidFill>
                <a:highlight>
                  <a:srgbClr val="00FF00"/>
                </a:highlight>
                <a:latin typeface="Arial"/>
                <a:ea typeface="Arial"/>
                <a:cs typeface="Arial"/>
                <a:sym typeface="Arial"/>
              </a:rPr>
              <a:t>sounddata</a:t>
            </a:r>
            <a:endParaRPr b="0" i="0" sz="2200" u="none" cap="none" strike="noStrike">
              <a:solidFill>
                <a:srgbClr val="000000"/>
              </a:solidFill>
              <a:highlight>
                <a:srgbClr val="00FF00"/>
              </a:highlight>
              <a:latin typeface="Arial"/>
              <a:ea typeface="Arial"/>
              <a:cs typeface="Arial"/>
              <a:sym typeface="Arial"/>
            </a:endParaRPr>
          </a:p>
        </p:txBody>
      </p:sp>
      <p:cxnSp>
        <p:nvCxnSpPr>
          <p:cNvPr id="365" name="Google Shape;365;p28"/>
          <p:cNvCxnSpPr/>
          <p:nvPr/>
        </p:nvCxnSpPr>
        <p:spPr>
          <a:xfrm>
            <a:off x="2118175" y="2550450"/>
            <a:ext cx="0" cy="2084400"/>
          </a:xfrm>
          <a:prstGeom prst="straightConnector1">
            <a:avLst/>
          </a:prstGeom>
          <a:noFill/>
          <a:ln cap="flat" cmpd="sng" w="38100">
            <a:solidFill>
              <a:srgbClr val="000000"/>
            </a:solidFill>
            <a:prstDash val="solid"/>
            <a:round/>
            <a:headEnd len="sm" w="sm" type="none"/>
            <a:tailEnd len="sm" w="sm" type="none"/>
          </a:ln>
        </p:spPr>
      </p:cxnSp>
      <p:cxnSp>
        <p:nvCxnSpPr>
          <p:cNvPr id="366" name="Google Shape;366;p28"/>
          <p:cNvCxnSpPr/>
          <p:nvPr/>
        </p:nvCxnSpPr>
        <p:spPr>
          <a:xfrm>
            <a:off x="2137475" y="2750944"/>
            <a:ext cx="355200" cy="0"/>
          </a:xfrm>
          <a:prstGeom prst="straightConnector1">
            <a:avLst/>
          </a:prstGeom>
          <a:noFill/>
          <a:ln cap="flat" cmpd="sng" w="38100">
            <a:solidFill>
              <a:srgbClr val="000000"/>
            </a:solidFill>
            <a:prstDash val="solid"/>
            <a:round/>
            <a:headEnd len="sm" w="sm" type="none"/>
            <a:tailEnd len="sm" w="sm" type="none"/>
          </a:ln>
        </p:spPr>
      </p:cxnSp>
      <p:sp>
        <p:nvSpPr>
          <p:cNvPr id="367" name="Google Shape;367;p28"/>
          <p:cNvSpPr txBox="1"/>
          <p:nvPr/>
        </p:nvSpPr>
        <p:spPr>
          <a:xfrm>
            <a:off x="1797975" y="2227875"/>
            <a:ext cx="1382100" cy="21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ja" sz="2200" u="none" cap="none" strike="noStrike">
                <a:solidFill>
                  <a:srgbClr val="000000"/>
                </a:solidFill>
                <a:latin typeface="Arial"/>
                <a:ea typeface="Arial"/>
                <a:cs typeface="Arial"/>
                <a:sym typeface="Arial"/>
              </a:rPr>
              <a:t>no</a:t>
            </a:r>
            <a:r>
              <a:rPr lang="ja" sz="2200"/>
              <a:t>7</a:t>
            </a:r>
            <a:endParaRPr b="0" i="0" sz="2200" u="none" cap="none" strike="noStrike">
              <a:solidFill>
                <a:srgbClr val="000000"/>
              </a:solidFill>
              <a:latin typeface="Arial"/>
              <a:ea typeface="Arial"/>
              <a:cs typeface="Arial"/>
              <a:sym typeface="Arial"/>
            </a:endParaRPr>
          </a:p>
        </p:txBody>
      </p:sp>
      <p:sp>
        <p:nvSpPr>
          <p:cNvPr id="368" name="Google Shape;368;p28"/>
          <p:cNvSpPr txBox="1"/>
          <p:nvPr/>
        </p:nvSpPr>
        <p:spPr>
          <a:xfrm>
            <a:off x="2483775" y="3663300"/>
            <a:ext cx="1720200" cy="21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ja" sz="2200" u="none" cap="none" strike="noStrike">
                <a:solidFill>
                  <a:srgbClr val="000000"/>
                </a:solidFill>
                <a:latin typeface="Arial"/>
                <a:ea typeface="Arial"/>
                <a:cs typeface="Arial"/>
                <a:sym typeface="Arial"/>
              </a:rPr>
              <a:t>step6_1</a:t>
            </a:r>
            <a:endParaRPr b="0" i="0" sz="2200" u="none" cap="none" strike="noStrike">
              <a:solidFill>
                <a:srgbClr val="000000"/>
              </a:solidFill>
              <a:latin typeface="Arial"/>
              <a:ea typeface="Arial"/>
              <a:cs typeface="Arial"/>
              <a:sym typeface="Arial"/>
            </a:endParaRPr>
          </a:p>
        </p:txBody>
      </p:sp>
      <p:cxnSp>
        <p:nvCxnSpPr>
          <p:cNvPr id="369" name="Google Shape;369;p28"/>
          <p:cNvCxnSpPr/>
          <p:nvPr/>
        </p:nvCxnSpPr>
        <p:spPr>
          <a:xfrm>
            <a:off x="2118175" y="3876375"/>
            <a:ext cx="355200" cy="0"/>
          </a:xfrm>
          <a:prstGeom prst="straightConnector1">
            <a:avLst/>
          </a:prstGeom>
          <a:noFill/>
          <a:ln cap="flat" cmpd="sng" w="38100">
            <a:solidFill>
              <a:srgbClr val="000000"/>
            </a:solidFill>
            <a:prstDash val="solid"/>
            <a:round/>
            <a:headEnd len="sm" w="sm" type="none"/>
            <a:tailEnd len="sm" w="sm" type="none"/>
          </a:ln>
        </p:spPr>
      </p:cxnSp>
      <p:cxnSp>
        <p:nvCxnSpPr>
          <p:cNvPr id="370" name="Google Shape;370;p28"/>
          <p:cNvCxnSpPr/>
          <p:nvPr/>
        </p:nvCxnSpPr>
        <p:spPr>
          <a:xfrm>
            <a:off x="2980925" y="4026656"/>
            <a:ext cx="0" cy="507600"/>
          </a:xfrm>
          <a:prstGeom prst="straightConnector1">
            <a:avLst/>
          </a:prstGeom>
          <a:noFill/>
          <a:ln cap="flat" cmpd="sng" w="38100">
            <a:solidFill>
              <a:srgbClr val="000000"/>
            </a:solidFill>
            <a:prstDash val="solid"/>
            <a:round/>
            <a:headEnd len="sm" w="sm" type="none"/>
            <a:tailEnd len="sm" w="sm" type="none"/>
          </a:ln>
        </p:spPr>
      </p:cxnSp>
      <p:cxnSp>
        <p:nvCxnSpPr>
          <p:cNvPr id="371" name="Google Shape;371;p28"/>
          <p:cNvCxnSpPr/>
          <p:nvPr/>
        </p:nvCxnSpPr>
        <p:spPr>
          <a:xfrm>
            <a:off x="2980925" y="4237669"/>
            <a:ext cx="355200" cy="0"/>
          </a:xfrm>
          <a:prstGeom prst="straightConnector1">
            <a:avLst/>
          </a:prstGeom>
          <a:noFill/>
          <a:ln cap="flat" cmpd="sng" w="38100">
            <a:solidFill>
              <a:srgbClr val="000000"/>
            </a:solidFill>
            <a:prstDash val="solid"/>
            <a:round/>
            <a:headEnd len="sm" w="sm" type="none"/>
            <a:tailEnd len="sm" w="sm" type="none"/>
          </a:ln>
        </p:spPr>
      </p:cxnSp>
      <p:sp>
        <p:nvSpPr>
          <p:cNvPr id="372" name="Google Shape;372;p28"/>
          <p:cNvSpPr txBox="1"/>
          <p:nvPr/>
        </p:nvSpPr>
        <p:spPr>
          <a:xfrm>
            <a:off x="3279350" y="4024594"/>
            <a:ext cx="2390400" cy="21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ja" sz="2200" u="none" cap="none" strike="noStrike">
                <a:solidFill>
                  <a:srgbClr val="000000"/>
                </a:solidFill>
                <a:latin typeface="Arial"/>
                <a:ea typeface="Arial"/>
                <a:cs typeface="Arial"/>
                <a:sym typeface="Arial"/>
              </a:rPr>
              <a:t>sketch.properties</a:t>
            </a:r>
            <a:endParaRPr b="0" i="0" sz="2200" u="none" cap="none" strike="noStrike">
              <a:solidFill>
                <a:srgbClr val="000000"/>
              </a:solidFill>
              <a:latin typeface="Arial"/>
              <a:ea typeface="Arial"/>
              <a:cs typeface="Arial"/>
              <a:sym typeface="Arial"/>
            </a:endParaRPr>
          </a:p>
        </p:txBody>
      </p:sp>
      <p:cxnSp>
        <p:nvCxnSpPr>
          <p:cNvPr id="373" name="Google Shape;373;p28"/>
          <p:cNvCxnSpPr/>
          <p:nvPr/>
        </p:nvCxnSpPr>
        <p:spPr>
          <a:xfrm>
            <a:off x="2980925" y="4536019"/>
            <a:ext cx="355200" cy="0"/>
          </a:xfrm>
          <a:prstGeom prst="straightConnector1">
            <a:avLst/>
          </a:prstGeom>
          <a:noFill/>
          <a:ln cap="flat" cmpd="sng" w="38100">
            <a:solidFill>
              <a:srgbClr val="000000"/>
            </a:solidFill>
            <a:prstDash val="solid"/>
            <a:round/>
            <a:headEnd len="sm" w="sm" type="none"/>
            <a:tailEnd len="sm" w="sm" type="none"/>
          </a:ln>
        </p:spPr>
      </p:cxnSp>
      <p:sp>
        <p:nvSpPr>
          <p:cNvPr id="374" name="Google Shape;374;p28"/>
          <p:cNvSpPr txBox="1"/>
          <p:nvPr/>
        </p:nvSpPr>
        <p:spPr>
          <a:xfrm>
            <a:off x="3301300" y="4347150"/>
            <a:ext cx="2390400" cy="21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ja" sz="2200" u="none" cap="none" strike="noStrike">
                <a:solidFill>
                  <a:srgbClr val="000000"/>
                </a:solidFill>
                <a:latin typeface="Arial"/>
                <a:ea typeface="Arial"/>
                <a:cs typeface="Arial"/>
                <a:sym typeface="Arial"/>
              </a:rPr>
              <a:t>step6_1.pyde</a:t>
            </a:r>
            <a:endParaRPr b="0" i="0" sz="2200" u="none" cap="none" strike="noStrike">
              <a:solidFill>
                <a:srgbClr val="000000"/>
              </a:solidFill>
              <a:latin typeface="Arial"/>
              <a:ea typeface="Arial"/>
              <a:cs typeface="Arial"/>
              <a:sym typeface="Arial"/>
            </a:endParaRPr>
          </a:p>
        </p:txBody>
      </p:sp>
      <p:cxnSp>
        <p:nvCxnSpPr>
          <p:cNvPr id="375" name="Google Shape;375;p28"/>
          <p:cNvCxnSpPr/>
          <p:nvPr/>
        </p:nvCxnSpPr>
        <p:spPr>
          <a:xfrm>
            <a:off x="2980925" y="2856525"/>
            <a:ext cx="0" cy="708300"/>
          </a:xfrm>
          <a:prstGeom prst="straightConnector1">
            <a:avLst/>
          </a:prstGeom>
          <a:noFill/>
          <a:ln cap="flat" cmpd="sng" w="38100">
            <a:solidFill>
              <a:srgbClr val="000000"/>
            </a:solidFill>
            <a:prstDash val="solid"/>
            <a:round/>
            <a:headEnd len="sm" w="sm" type="none"/>
            <a:tailEnd len="sm" w="sm" type="none"/>
          </a:ln>
        </p:spPr>
      </p:cxnSp>
      <p:cxnSp>
        <p:nvCxnSpPr>
          <p:cNvPr id="376" name="Google Shape;376;p28"/>
          <p:cNvCxnSpPr/>
          <p:nvPr/>
        </p:nvCxnSpPr>
        <p:spPr>
          <a:xfrm>
            <a:off x="2980925" y="3067538"/>
            <a:ext cx="355200" cy="0"/>
          </a:xfrm>
          <a:prstGeom prst="straightConnector1">
            <a:avLst/>
          </a:prstGeom>
          <a:noFill/>
          <a:ln cap="flat" cmpd="sng" w="38100">
            <a:solidFill>
              <a:srgbClr val="000000"/>
            </a:solidFill>
            <a:prstDash val="solid"/>
            <a:round/>
            <a:headEnd len="sm" w="sm" type="none"/>
            <a:tailEnd len="sm" w="sm" type="none"/>
          </a:ln>
        </p:spPr>
      </p:cxnSp>
      <p:cxnSp>
        <p:nvCxnSpPr>
          <p:cNvPr id="377" name="Google Shape;377;p28"/>
          <p:cNvCxnSpPr/>
          <p:nvPr/>
        </p:nvCxnSpPr>
        <p:spPr>
          <a:xfrm>
            <a:off x="2980925" y="3365888"/>
            <a:ext cx="355200" cy="0"/>
          </a:xfrm>
          <a:prstGeom prst="straightConnector1">
            <a:avLst/>
          </a:prstGeom>
          <a:noFill/>
          <a:ln cap="flat" cmpd="sng" w="38100">
            <a:solidFill>
              <a:srgbClr val="000000"/>
            </a:solidFill>
            <a:prstDash val="solid"/>
            <a:round/>
            <a:headEnd len="sm" w="sm" type="none"/>
            <a:tailEnd len="sm" w="sm" type="none"/>
          </a:ln>
        </p:spPr>
      </p:cxnSp>
      <p:sp>
        <p:nvSpPr>
          <p:cNvPr id="378" name="Google Shape;378;p28"/>
          <p:cNvSpPr txBox="1"/>
          <p:nvPr/>
        </p:nvSpPr>
        <p:spPr>
          <a:xfrm>
            <a:off x="3300600" y="2856525"/>
            <a:ext cx="2390400" cy="21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ja" sz="2200" u="none" cap="none" strike="noStrike">
                <a:solidFill>
                  <a:srgbClr val="000000"/>
                </a:solidFill>
                <a:highlight>
                  <a:srgbClr val="00FFFF"/>
                </a:highlight>
                <a:latin typeface="Arial"/>
                <a:ea typeface="Arial"/>
                <a:cs typeface="Arial"/>
                <a:sym typeface="Arial"/>
              </a:rPr>
              <a:t>sample.mp3</a:t>
            </a:r>
            <a:endParaRPr b="0" i="0" sz="2200" u="none" cap="none" strike="noStrike">
              <a:solidFill>
                <a:srgbClr val="000000"/>
              </a:solidFill>
              <a:highlight>
                <a:srgbClr val="00FFFF"/>
              </a:highlight>
              <a:latin typeface="Arial"/>
              <a:ea typeface="Arial"/>
              <a:cs typeface="Arial"/>
              <a:sym typeface="Arial"/>
            </a:endParaRPr>
          </a:p>
        </p:txBody>
      </p:sp>
      <p:sp>
        <p:nvSpPr>
          <p:cNvPr id="379" name="Google Shape;379;p28"/>
          <p:cNvSpPr txBox="1"/>
          <p:nvPr/>
        </p:nvSpPr>
        <p:spPr>
          <a:xfrm>
            <a:off x="3300600" y="3146138"/>
            <a:ext cx="4302000" cy="21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ja" sz="2200" u="none" cap="none" strike="noStrike">
                <a:solidFill>
                  <a:srgbClr val="000000"/>
                </a:solidFill>
                <a:highlight>
                  <a:srgbClr val="00FFFF"/>
                </a:highlight>
                <a:latin typeface="Arial"/>
                <a:ea typeface="Arial"/>
                <a:cs typeface="Arial"/>
                <a:sym typeface="Arial"/>
              </a:rPr>
              <a:t>marcus_kellis_theme.mp3</a:t>
            </a:r>
            <a:endParaRPr b="0" i="0" sz="2200" u="none" cap="none" strike="noStrike">
              <a:solidFill>
                <a:srgbClr val="000000"/>
              </a:solidFill>
              <a:highlight>
                <a:srgbClr val="00FFFF"/>
              </a:highlight>
              <a:latin typeface="Arial"/>
              <a:ea typeface="Arial"/>
              <a:cs typeface="Arial"/>
              <a:sym typeface="Arial"/>
            </a:endParaRPr>
          </a:p>
        </p:txBody>
      </p:sp>
      <p:pic>
        <p:nvPicPr>
          <p:cNvPr id="380" name="Google Shape;380;p28">
            <a:hlinkClick r:id="rId3"/>
          </p:cNvPr>
          <p:cNvPicPr preferRelativeResize="0"/>
          <p:nvPr/>
        </p:nvPicPr>
        <p:blipFill rotWithShape="1">
          <a:blip r:embed="rId4">
            <a:alphaModFix/>
          </a:blip>
          <a:srcRect b="0" l="0" r="0" t="0"/>
          <a:stretch/>
        </p:blipFill>
        <p:spPr>
          <a:xfrm>
            <a:off x="5016450" y="2638537"/>
            <a:ext cx="489982" cy="507600"/>
          </a:xfrm>
          <a:prstGeom prst="rect">
            <a:avLst/>
          </a:prstGeom>
          <a:noFill/>
          <a:ln>
            <a:noFill/>
          </a:ln>
        </p:spPr>
      </p:pic>
      <p:cxnSp>
        <p:nvCxnSpPr>
          <p:cNvPr id="381" name="Google Shape;381;p28"/>
          <p:cNvCxnSpPr>
            <a:endCxn id="380" idx="0"/>
          </p:cNvCxnSpPr>
          <p:nvPr/>
        </p:nvCxnSpPr>
        <p:spPr>
          <a:xfrm flipH="1">
            <a:off x="5261441" y="2234137"/>
            <a:ext cx="205800" cy="404400"/>
          </a:xfrm>
          <a:prstGeom prst="straightConnector1">
            <a:avLst/>
          </a:prstGeom>
          <a:noFill/>
          <a:ln cap="flat" cmpd="sng" w="9525">
            <a:solidFill>
              <a:schemeClr val="dk2"/>
            </a:solidFill>
            <a:prstDash val="solid"/>
            <a:round/>
            <a:headEnd len="med" w="med" type="none"/>
            <a:tailEnd len="med" w="med" type="triangle"/>
          </a:ln>
        </p:spPr>
      </p:cxnSp>
      <p:sp>
        <p:nvSpPr>
          <p:cNvPr id="382" name="Google Shape;382;p28"/>
          <p:cNvSpPr txBox="1"/>
          <p:nvPr/>
        </p:nvSpPr>
        <p:spPr>
          <a:xfrm>
            <a:off x="5260600" y="1909669"/>
            <a:ext cx="1720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a:t>ダウンロード</a:t>
            </a:r>
            <a:endParaRPr/>
          </a:p>
        </p:txBody>
      </p:sp>
      <p:pic>
        <p:nvPicPr>
          <p:cNvPr id="383" name="Google Shape;383;p28">
            <a:hlinkClick r:id="rId5"/>
          </p:cNvPr>
          <p:cNvPicPr preferRelativeResize="0"/>
          <p:nvPr/>
        </p:nvPicPr>
        <p:blipFill rotWithShape="1">
          <a:blip r:embed="rId4">
            <a:alphaModFix/>
          </a:blip>
          <a:srcRect b="0" l="0" r="0" t="0"/>
          <a:stretch/>
        </p:blipFill>
        <p:spPr>
          <a:xfrm>
            <a:off x="6692850" y="2981437"/>
            <a:ext cx="489982" cy="507600"/>
          </a:xfrm>
          <a:prstGeom prst="rect">
            <a:avLst/>
          </a:prstGeom>
          <a:noFill/>
          <a:ln>
            <a:noFill/>
          </a:ln>
        </p:spPr>
      </p:pic>
      <p:cxnSp>
        <p:nvCxnSpPr>
          <p:cNvPr id="384" name="Google Shape;384;p28"/>
          <p:cNvCxnSpPr>
            <a:stCxn id="382" idx="2"/>
            <a:endCxn id="383" idx="0"/>
          </p:cNvCxnSpPr>
          <p:nvPr/>
        </p:nvCxnSpPr>
        <p:spPr>
          <a:xfrm>
            <a:off x="6120700" y="2309869"/>
            <a:ext cx="817200" cy="6717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29"/>
          <p:cNvSpPr/>
          <p:nvPr/>
        </p:nvSpPr>
        <p:spPr>
          <a:xfrm>
            <a:off x="516600" y="3606188"/>
            <a:ext cx="6324600" cy="1385400"/>
          </a:xfrm>
          <a:prstGeom prst="rect">
            <a:avLst/>
          </a:prstGeom>
          <a:noFill/>
          <a:ln cap="flat" cmpd="sng" w="952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p29"/>
          <p:cNvSpPr/>
          <p:nvPr/>
        </p:nvSpPr>
        <p:spPr>
          <a:xfrm>
            <a:off x="516600" y="1688344"/>
            <a:ext cx="6324600" cy="1895700"/>
          </a:xfrm>
          <a:prstGeom prst="rect">
            <a:avLst/>
          </a:prstGeom>
          <a:no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 name="Google Shape;392;p29"/>
          <p:cNvSpPr txBox="1"/>
          <p:nvPr>
            <p:ph idx="1" type="body"/>
          </p:nvPr>
        </p:nvSpPr>
        <p:spPr>
          <a:xfrm>
            <a:off x="467544" y="582952"/>
            <a:ext cx="8229600" cy="312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560"/>
              </a:spcBef>
              <a:spcAft>
                <a:spcPts val="0"/>
              </a:spcAft>
              <a:buSzPts val="2400"/>
              <a:buNone/>
            </a:pPr>
            <a:r>
              <a:rPr lang="ja"/>
              <a:t>指定した音楽ファイルを再生するプログラムを作成しましょう</a:t>
            </a:r>
            <a:endParaRPr/>
          </a:p>
          <a:p>
            <a:pPr indent="0" lvl="0" marL="0" rtl="0" algn="l">
              <a:lnSpc>
                <a:spcPct val="100000"/>
              </a:lnSpc>
              <a:spcBef>
                <a:spcPts val="560"/>
              </a:spcBef>
              <a:spcAft>
                <a:spcPts val="0"/>
              </a:spcAft>
              <a:buClr>
                <a:schemeClr val="dk1"/>
              </a:buClr>
              <a:buSzPts val="1100"/>
              <a:buFont typeface="Arial"/>
              <a:buNone/>
            </a:pPr>
            <a:r>
              <a:rPr lang="ja" sz="2000"/>
              <a:t>add_library('minim')</a:t>
            </a:r>
            <a:endParaRPr sz="2000"/>
          </a:p>
          <a:p>
            <a:pPr indent="0" lvl="0" marL="0" rtl="0" algn="l">
              <a:lnSpc>
                <a:spcPct val="100000"/>
              </a:lnSpc>
              <a:spcBef>
                <a:spcPts val="560"/>
              </a:spcBef>
              <a:spcAft>
                <a:spcPts val="0"/>
              </a:spcAft>
              <a:buClr>
                <a:schemeClr val="dk1"/>
              </a:buClr>
              <a:buSzPts val="1100"/>
              <a:buFont typeface="Arial"/>
              <a:buNone/>
            </a:pPr>
            <a:r>
              <a:rPr lang="ja" sz="2000"/>
              <a:t>def setup():</a:t>
            </a:r>
            <a:endParaRPr sz="2000"/>
          </a:p>
          <a:p>
            <a:pPr indent="0" lvl="0" marL="0" rtl="0" algn="l">
              <a:lnSpc>
                <a:spcPct val="100000"/>
              </a:lnSpc>
              <a:spcBef>
                <a:spcPts val="560"/>
              </a:spcBef>
              <a:spcAft>
                <a:spcPts val="0"/>
              </a:spcAft>
              <a:buClr>
                <a:schemeClr val="dk1"/>
              </a:buClr>
              <a:buSzPts val="1100"/>
              <a:buFont typeface="Arial"/>
              <a:buNone/>
            </a:pPr>
            <a:r>
              <a:rPr lang="ja" sz="2000"/>
              <a:t>    # グローバル変数</a:t>
            </a:r>
            <a:endParaRPr sz="2000"/>
          </a:p>
          <a:p>
            <a:pPr indent="0" lvl="0" marL="0" rtl="0" algn="l">
              <a:lnSpc>
                <a:spcPct val="100000"/>
              </a:lnSpc>
              <a:spcBef>
                <a:spcPts val="560"/>
              </a:spcBef>
              <a:spcAft>
                <a:spcPts val="0"/>
              </a:spcAft>
              <a:buClr>
                <a:schemeClr val="dk1"/>
              </a:buClr>
              <a:buSzPts val="1100"/>
              <a:buFont typeface="Arial"/>
              <a:buNone/>
            </a:pPr>
            <a:r>
              <a:rPr lang="ja" sz="2000"/>
              <a:t>    global </a:t>
            </a:r>
            <a:r>
              <a:rPr lang="ja" sz="2000">
                <a:highlight>
                  <a:srgbClr val="00FF00"/>
                </a:highlight>
              </a:rPr>
              <a:t>minim</a:t>
            </a:r>
            <a:r>
              <a:rPr lang="ja" sz="2000"/>
              <a:t>, </a:t>
            </a:r>
            <a:r>
              <a:rPr lang="ja" sz="2000">
                <a:highlight>
                  <a:srgbClr val="D5A6BD"/>
                </a:highlight>
              </a:rPr>
              <a:t>player</a:t>
            </a:r>
            <a:endParaRPr sz="2000">
              <a:highlight>
                <a:srgbClr val="D5A6BD"/>
              </a:highlight>
            </a:endParaRPr>
          </a:p>
          <a:p>
            <a:pPr indent="0" lvl="0" marL="0" rtl="0" algn="l">
              <a:lnSpc>
                <a:spcPct val="100000"/>
              </a:lnSpc>
              <a:spcBef>
                <a:spcPts val="560"/>
              </a:spcBef>
              <a:spcAft>
                <a:spcPts val="0"/>
              </a:spcAft>
              <a:buClr>
                <a:schemeClr val="dk1"/>
              </a:buClr>
              <a:buSzPts val="1100"/>
              <a:buFont typeface="Arial"/>
              <a:buNone/>
            </a:pPr>
            <a:r>
              <a:rPr lang="ja" sz="2000"/>
              <a:t>    </a:t>
            </a:r>
            <a:r>
              <a:rPr lang="ja" sz="2000">
                <a:highlight>
                  <a:srgbClr val="00FF00"/>
                </a:highlight>
              </a:rPr>
              <a:t>minim</a:t>
            </a:r>
            <a:r>
              <a:rPr lang="ja" sz="2000"/>
              <a:t> =  Minim(this)</a:t>
            </a:r>
            <a:endParaRPr sz="2000"/>
          </a:p>
          <a:p>
            <a:pPr indent="0" lvl="0" marL="0" rtl="0" algn="l">
              <a:lnSpc>
                <a:spcPct val="100000"/>
              </a:lnSpc>
              <a:spcBef>
                <a:spcPts val="560"/>
              </a:spcBef>
              <a:spcAft>
                <a:spcPts val="0"/>
              </a:spcAft>
              <a:buClr>
                <a:schemeClr val="dk1"/>
              </a:buClr>
              <a:buSzPts val="1100"/>
              <a:buFont typeface="Arial"/>
              <a:buNone/>
            </a:pPr>
            <a:r>
              <a:rPr lang="ja" sz="2000"/>
              <a:t>    </a:t>
            </a:r>
            <a:r>
              <a:rPr lang="ja" sz="2000">
                <a:highlight>
                  <a:srgbClr val="D5A6BD"/>
                </a:highlight>
              </a:rPr>
              <a:t>player</a:t>
            </a:r>
            <a:r>
              <a:rPr lang="ja" sz="2000"/>
              <a:t> = minim.loadFile('../sounddata/</a:t>
            </a:r>
            <a:r>
              <a:rPr lang="ja" sz="2000">
                <a:highlight>
                  <a:srgbClr val="00FFFF"/>
                </a:highlight>
              </a:rPr>
              <a:t>sample.mp3</a:t>
            </a:r>
            <a:r>
              <a:rPr lang="ja" sz="2000"/>
              <a:t>')</a:t>
            </a:r>
            <a:endParaRPr sz="2000"/>
          </a:p>
          <a:p>
            <a:pPr indent="0" lvl="0" marL="0" rtl="0" algn="l">
              <a:lnSpc>
                <a:spcPct val="100000"/>
              </a:lnSpc>
              <a:spcBef>
                <a:spcPts val="560"/>
              </a:spcBef>
              <a:spcAft>
                <a:spcPts val="0"/>
              </a:spcAft>
              <a:buClr>
                <a:schemeClr val="dk1"/>
              </a:buClr>
              <a:buSzPts val="1100"/>
              <a:buFont typeface="Arial"/>
              <a:buNone/>
            </a:pPr>
            <a:r>
              <a:rPr lang="ja" sz="2000"/>
              <a:t>    </a:t>
            </a:r>
            <a:r>
              <a:rPr lang="ja" sz="2000">
                <a:highlight>
                  <a:srgbClr val="D5A6BD"/>
                </a:highlight>
              </a:rPr>
              <a:t>player</a:t>
            </a:r>
            <a:r>
              <a:rPr lang="ja" sz="2000"/>
              <a:t>.play()</a:t>
            </a:r>
            <a:endParaRPr sz="2000"/>
          </a:p>
          <a:p>
            <a:pPr indent="0" lvl="0" marL="0" rtl="0" algn="l">
              <a:lnSpc>
                <a:spcPct val="100000"/>
              </a:lnSpc>
              <a:spcBef>
                <a:spcPts val="560"/>
              </a:spcBef>
              <a:spcAft>
                <a:spcPts val="0"/>
              </a:spcAft>
              <a:buClr>
                <a:schemeClr val="dk1"/>
              </a:buClr>
              <a:buSzPts val="1100"/>
              <a:buFont typeface="Arial"/>
              <a:buNone/>
            </a:pPr>
            <a:r>
              <a:rPr lang="ja" sz="2000"/>
              <a:t>    #player.loop()</a:t>
            </a:r>
            <a:r>
              <a:rPr lang="ja" sz="1200"/>
              <a:t> #ループさせたいときはこちらで再生</a:t>
            </a:r>
            <a:endParaRPr sz="1200"/>
          </a:p>
          <a:p>
            <a:pPr indent="0" lvl="0" marL="0" rtl="0" algn="l">
              <a:lnSpc>
                <a:spcPct val="100000"/>
              </a:lnSpc>
              <a:spcBef>
                <a:spcPts val="560"/>
              </a:spcBef>
              <a:spcAft>
                <a:spcPts val="0"/>
              </a:spcAft>
              <a:buSzPts val="2400"/>
              <a:buNone/>
            </a:pPr>
            <a:r>
              <a:rPr lang="ja" sz="2000"/>
              <a:t>def draw():</a:t>
            </a:r>
            <a:endParaRPr sz="2000"/>
          </a:p>
          <a:p>
            <a:pPr indent="0" lvl="0" marL="0" rtl="0" algn="l">
              <a:lnSpc>
                <a:spcPct val="100000"/>
              </a:lnSpc>
              <a:spcBef>
                <a:spcPts val="560"/>
              </a:spcBef>
              <a:spcAft>
                <a:spcPts val="0"/>
              </a:spcAft>
              <a:buSzPts val="2400"/>
              <a:buNone/>
            </a:pPr>
            <a:r>
              <a:rPr lang="ja" sz="2000"/>
              <a:t>    pass  </a:t>
            </a:r>
            <a:endParaRPr sz="2000"/>
          </a:p>
          <a:p>
            <a:pPr indent="0" lvl="0" marL="0" rtl="0" algn="l">
              <a:lnSpc>
                <a:spcPct val="100000"/>
              </a:lnSpc>
              <a:spcBef>
                <a:spcPts val="560"/>
              </a:spcBef>
              <a:spcAft>
                <a:spcPts val="0"/>
              </a:spcAft>
              <a:buSzPts val="2400"/>
              <a:buNone/>
            </a:pPr>
            <a:r>
              <a:rPr lang="ja" sz="2000"/>
              <a:t>def stop():</a:t>
            </a:r>
            <a:endParaRPr sz="2000"/>
          </a:p>
          <a:p>
            <a:pPr indent="0" lvl="0" marL="0" rtl="0" algn="l">
              <a:lnSpc>
                <a:spcPct val="100000"/>
              </a:lnSpc>
              <a:spcBef>
                <a:spcPts val="560"/>
              </a:spcBef>
              <a:spcAft>
                <a:spcPts val="0"/>
              </a:spcAft>
              <a:buSzPts val="2400"/>
              <a:buNone/>
            </a:pPr>
            <a:r>
              <a:rPr lang="ja" sz="2000"/>
              <a:t>    </a:t>
            </a:r>
            <a:r>
              <a:rPr lang="ja" sz="2000">
                <a:highlight>
                  <a:srgbClr val="D5A6BD"/>
                </a:highlight>
              </a:rPr>
              <a:t>player</a:t>
            </a:r>
            <a:r>
              <a:rPr lang="ja" sz="2000"/>
              <a:t>.close()</a:t>
            </a:r>
            <a:endParaRPr sz="2000"/>
          </a:p>
          <a:p>
            <a:pPr indent="0" lvl="0" marL="0" rtl="0" algn="l">
              <a:lnSpc>
                <a:spcPct val="100000"/>
              </a:lnSpc>
              <a:spcBef>
                <a:spcPts val="560"/>
              </a:spcBef>
              <a:spcAft>
                <a:spcPts val="0"/>
              </a:spcAft>
              <a:buSzPts val="2400"/>
              <a:buNone/>
            </a:pPr>
            <a:r>
              <a:rPr lang="ja" sz="2000"/>
              <a:t>    </a:t>
            </a:r>
            <a:r>
              <a:rPr lang="ja" sz="2000">
                <a:highlight>
                  <a:srgbClr val="00FF00"/>
                </a:highlight>
              </a:rPr>
              <a:t>minim</a:t>
            </a:r>
            <a:r>
              <a:rPr lang="ja" sz="2000"/>
              <a:t>.stop()</a:t>
            </a:r>
            <a:endParaRPr sz="2000"/>
          </a:p>
          <a:p>
            <a:pPr indent="0" lvl="0" marL="0" rtl="0" algn="l">
              <a:lnSpc>
                <a:spcPct val="100000"/>
              </a:lnSpc>
              <a:spcBef>
                <a:spcPts val="560"/>
              </a:spcBef>
              <a:spcAft>
                <a:spcPts val="0"/>
              </a:spcAft>
              <a:buSzPts val="2400"/>
              <a:buNone/>
            </a:pPr>
            <a:r>
              <a:t/>
            </a:r>
            <a:endParaRPr sz="1200"/>
          </a:p>
          <a:p>
            <a:pPr indent="0" lvl="0" marL="0" rtl="0" algn="l">
              <a:lnSpc>
                <a:spcPct val="100000"/>
              </a:lnSpc>
              <a:spcBef>
                <a:spcPts val="560"/>
              </a:spcBef>
              <a:spcAft>
                <a:spcPts val="0"/>
              </a:spcAft>
              <a:buSzPts val="2400"/>
              <a:buNone/>
            </a:pPr>
            <a:r>
              <a:t/>
            </a:r>
            <a:endParaRPr/>
          </a:p>
        </p:txBody>
      </p:sp>
      <p:sp>
        <p:nvSpPr>
          <p:cNvPr id="393" name="Google Shape;393;p29"/>
          <p:cNvSpPr txBox="1"/>
          <p:nvPr>
            <p:ph idx="12" type="sldNum"/>
          </p:nvPr>
        </p:nvSpPr>
        <p:spPr>
          <a:xfrm>
            <a:off x="8568700" y="4038407"/>
            <a:ext cx="575400" cy="315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ja"/>
              <a:t>‹#›</a:t>
            </a:fld>
            <a:endParaRPr/>
          </a:p>
        </p:txBody>
      </p:sp>
      <p:sp>
        <p:nvSpPr>
          <p:cNvPr id="394" name="Google Shape;394;p29"/>
          <p:cNvSpPr/>
          <p:nvPr/>
        </p:nvSpPr>
        <p:spPr>
          <a:xfrm>
            <a:off x="479475" y="109744"/>
            <a:ext cx="2016900" cy="447600"/>
          </a:xfrm>
          <a:prstGeom prst="roundRect">
            <a:avLst>
              <a:gd fmla="val 16667" name="adj"/>
            </a:avLst>
          </a:prstGeom>
          <a:solidFill>
            <a:srgbClr val="FFFFFF"/>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700"/>
              <a:buFont typeface="Arial"/>
              <a:buNone/>
            </a:pPr>
            <a:r>
              <a:rPr b="0" i="0" lang="ja" sz="2700" u="none" cap="none" strike="noStrike">
                <a:solidFill>
                  <a:srgbClr val="000000"/>
                </a:solidFill>
                <a:latin typeface="Arial"/>
                <a:ea typeface="Arial"/>
                <a:cs typeface="Arial"/>
                <a:sym typeface="Arial"/>
              </a:rPr>
              <a:t>step6_1</a:t>
            </a:r>
            <a:endParaRPr b="0" i="0" sz="2700" u="none" cap="none" strike="noStrike">
              <a:solidFill>
                <a:srgbClr val="000000"/>
              </a:solidFill>
              <a:latin typeface="Arial"/>
              <a:ea typeface="Arial"/>
              <a:cs typeface="Arial"/>
              <a:sym typeface="Arial"/>
            </a:endParaRPr>
          </a:p>
        </p:txBody>
      </p:sp>
      <p:sp>
        <p:nvSpPr>
          <p:cNvPr id="395" name="Google Shape;395;p29"/>
          <p:cNvSpPr txBox="1"/>
          <p:nvPr/>
        </p:nvSpPr>
        <p:spPr>
          <a:xfrm>
            <a:off x="3972575" y="3653794"/>
            <a:ext cx="4307700" cy="619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560"/>
              </a:spcBef>
              <a:spcAft>
                <a:spcPts val="0"/>
              </a:spcAft>
              <a:buClr>
                <a:schemeClr val="dk1"/>
              </a:buClr>
              <a:buSzPts val="1100"/>
              <a:buFont typeface="Arial"/>
              <a:buNone/>
            </a:pPr>
            <a:r>
              <a:rPr b="0" i="0" lang="ja" sz="1700" u="none" cap="none" strike="noStrike">
                <a:solidFill>
                  <a:schemeClr val="dk1"/>
                </a:solidFill>
                <a:latin typeface="Calibri"/>
                <a:ea typeface="Calibri"/>
                <a:cs typeface="Calibri"/>
                <a:sym typeface="Calibri"/>
              </a:rPr>
              <a:t>バッファサイズ分の音声データが取得されるたびにdraw関数が呼び出される</a:t>
            </a:r>
            <a:endParaRPr b="0" i="0" sz="1400" u="none" cap="none" strike="noStrike">
              <a:solidFill>
                <a:srgbClr val="000000"/>
              </a:solidFill>
              <a:latin typeface="Arial"/>
              <a:ea typeface="Arial"/>
              <a:cs typeface="Arial"/>
              <a:sym typeface="Arial"/>
            </a:endParaRPr>
          </a:p>
        </p:txBody>
      </p:sp>
      <p:pic>
        <p:nvPicPr>
          <p:cNvPr id="396" name="Google Shape;396;p29"/>
          <p:cNvPicPr preferRelativeResize="0"/>
          <p:nvPr/>
        </p:nvPicPr>
        <p:blipFill rotWithShape="1">
          <a:blip r:embed="rId3">
            <a:alphaModFix/>
          </a:blip>
          <a:srcRect b="0" l="0" r="0" t="0"/>
          <a:stretch/>
        </p:blipFill>
        <p:spPr>
          <a:xfrm>
            <a:off x="7241250" y="2852588"/>
            <a:ext cx="1188601" cy="488006"/>
          </a:xfrm>
          <a:prstGeom prst="rect">
            <a:avLst/>
          </a:prstGeom>
          <a:noFill/>
          <a:ln>
            <a:noFill/>
          </a:ln>
        </p:spPr>
      </p:pic>
      <p:sp>
        <p:nvSpPr>
          <p:cNvPr id="397" name="Google Shape;397;p29"/>
          <p:cNvSpPr txBox="1"/>
          <p:nvPr/>
        </p:nvSpPr>
        <p:spPr>
          <a:xfrm>
            <a:off x="7070200" y="2460188"/>
            <a:ext cx="19269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ja" sz="1100" u="none" cap="none" strike="noStrike">
                <a:solidFill>
                  <a:srgbClr val="000000"/>
                </a:solidFill>
                <a:latin typeface="Arial"/>
                <a:ea typeface="Arial"/>
                <a:cs typeface="Arial"/>
                <a:sym typeface="Arial"/>
              </a:rPr>
              <a:t>実行時のコンソールのメッセージは無視してOK</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30"/>
          <p:cNvSpPr txBox="1"/>
          <p:nvPr>
            <p:ph type="title"/>
          </p:nvPr>
        </p:nvSpPr>
        <p:spPr>
          <a:xfrm>
            <a:off x="467544" y="72895"/>
            <a:ext cx="8229600" cy="315000"/>
          </a:xfrm>
          <a:prstGeom prst="rect">
            <a:avLst/>
          </a:prstGeom>
        </p:spPr>
        <p:txBody>
          <a:bodyPr anchorCtr="0" anchor="t" bIns="45700" lIns="91425" spcFirstLastPara="1" rIns="91425" wrap="square" tIns="45700">
            <a:noAutofit/>
          </a:bodyPr>
          <a:lstStyle/>
          <a:p>
            <a:pPr indent="0" lvl="0" marL="0" rtl="0" algn="ctr">
              <a:spcBef>
                <a:spcPts val="0"/>
              </a:spcBef>
              <a:spcAft>
                <a:spcPts val="0"/>
              </a:spcAft>
              <a:buNone/>
            </a:pPr>
            <a:r>
              <a:rPr lang="ja" sz="2500"/>
              <a:t>指定のディレクトリにファイルがなかったり</a:t>
            </a:r>
            <a:endParaRPr sz="2500"/>
          </a:p>
          <a:p>
            <a:pPr indent="0" lvl="0" marL="0" rtl="0" algn="ctr">
              <a:spcBef>
                <a:spcPts val="0"/>
              </a:spcBef>
              <a:spcAft>
                <a:spcPts val="0"/>
              </a:spcAft>
              <a:buNone/>
            </a:pPr>
            <a:r>
              <a:rPr lang="ja" sz="2500"/>
              <a:t>パスが間違っている場合</a:t>
            </a:r>
            <a:endParaRPr sz="2500"/>
          </a:p>
        </p:txBody>
      </p:sp>
      <p:sp>
        <p:nvSpPr>
          <p:cNvPr id="404" name="Google Shape;404;p30"/>
          <p:cNvSpPr txBox="1"/>
          <p:nvPr>
            <p:ph idx="1" type="body"/>
          </p:nvPr>
        </p:nvSpPr>
        <p:spPr>
          <a:xfrm>
            <a:off x="467544" y="582952"/>
            <a:ext cx="8229600" cy="3120300"/>
          </a:xfrm>
          <a:prstGeom prst="rect">
            <a:avLst/>
          </a:prstGeom>
        </p:spPr>
        <p:txBody>
          <a:bodyPr anchorCtr="0" anchor="t" bIns="45700" lIns="91425" spcFirstLastPara="1" rIns="91425" wrap="square" tIns="45700">
            <a:noAutofit/>
          </a:bodyPr>
          <a:lstStyle/>
          <a:p>
            <a:pPr indent="0" lvl="0" marL="0" rtl="0" algn="l">
              <a:spcBef>
                <a:spcPts val="560"/>
              </a:spcBef>
              <a:spcAft>
                <a:spcPts val="0"/>
              </a:spcAft>
              <a:buNone/>
            </a:pPr>
            <a:r>
              <a:t/>
            </a:r>
            <a:endParaRPr/>
          </a:p>
        </p:txBody>
      </p:sp>
      <p:sp>
        <p:nvSpPr>
          <p:cNvPr id="405" name="Google Shape;405;p30"/>
          <p:cNvSpPr txBox="1"/>
          <p:nvPr>
            <p:ph idx="12" type="sldNum"/>
          </p:nvPr>
        </p:nvSpPr>
        <p:spPr>
          <a:xfrm>
            <a:off x="8568700" y="4038407"/>
            <a:ext cx="575400" cy="31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ja"/>
              <a:t>‹#›</a:t>
            </a:fld>
            <a:endParaRPr/>
          </a:p>
        </p:txBody>
      </p:sp>
      <p:pic>
        <p:nvPicPr>
          <p:cNvPr id="406" name="Google Shape;406;p30"/>
          <p:cNvPicPr preferRelativeResize="0"/>
          <p:nvPr/>
        </p:nvPicPr>
        <p:blipFill>
          <a:blip r:embed="rId3">
            <a:alphaModFix/>
          </a:blip>
          <a:stretch>
            <a:fillRect/>
          </a:stretch>
        </p:blipFill>
        <p:spPr>
          <a:xfrm>
            <a:off x="393550" y="699543"/>
            <a:ext cx="6131365" cy="430126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31"/>
          <p:cNvSpPr txBox="1"/>
          <p:nvPr>
            <p:ph type="title"/>
          </p:nvPr>
        </p:nvSpPr>
        <p:spPr>
          <a:xfrm>
            <a:off x="467544" y="72895"/>
            <a:ext cx="8229600" cy="315000"/>
          </a:xfrm>
          <a:prstGeom prst="rect">
            <a:avLst/>
          </a:prstGeom>
        </p:spPr>
        <p:txBody>
          <a:bodyPr anchorCtr="0" anchor="t" bIns="45700" lIns="91425" spcFirstLastPara="1" rIns="91425" wrap="square" tIns="45700">
            <a:noAutofit/>
          </a:bodyPr>
          <a:lstStyle/>
          <a:p>
            <a:pPr indent="0" lvl="0" marL="0" rtl="0" algn="ctr">
              <a:spcBef>
                <a:spcPts val="0"/>
              </a:spcBef>
              <a:spcAft>
                <a:spcPts val="0"/>
              </a:spcAft>
              <a:buNone/>
            </a:pPr>
            <a:r>
              <a:rPr lang="ja"/>
              <a:t>バッファサイズの違いによる音質の変化</a:t>
            </a:r>
            <a:endParaRPr/>
          </a:p>
        </p:txBody>
      </p:sp>
      <p:sp>
        <p:nvSpPr>
          <p:cNvPr id="413" name="Google Shape;413;p31"/>
          <p:cNvSpPr txBox="1"/>
          <p:nvPr>
            <p:ph idx="1" type="body"/>
          </p:nvPr>
        </p:nvSpPr>
        <p:spPr>
          <a:xfrm>
            <a:off x="467544" y="582952"/>
            <a:ext cx="8229600" cy="3120300"/>
          </a:xfrm>
          <a:prstGeom prst="rect">
            <a:avLst/>
          </a:prstGeom>
        </p:spPr>
        <p:txBody>
          <a:bodyPr anchorCtr="0" anchor="t" bIns="45700" lIns="91425" spcFirstLastPara="1" rIns="91425" wrap="square" tIns="45700">
            <a:noAutofit/>
          </a:bodyPr>
          <a:lstStyle/>
          <a:p>
            <a:pPr indent="0" lvl="0" marL="0" rtl="0" algn="l">
              <a:spcBef>
                <a:spcPts val="560"/>
              </a:spcBef>
              <a:spcAft>
                <a:spcPts val="0"/>
              </a:spcAft>
              <a:buClr>
                <a:schemeClr val="dk1"/>
              </a:buClr>
              <a:buSzPts val="1100"/>
              <a:buFont typeface="Arial"/>
              <a:buNone/>
            </a:pPr>
            <a:r>
              <a:rPr lang="ja" sz="2300"/>
              <a:t>add_library('minim')</a:t>
            </a:r>
            <a:endParaRPr sz="2300"/>
          </a:p>
          <a:p>
            <a:pPr indent="0" lvl="0" marL="0" rtl="0" algn="l">
              <a:spcBef>
                <a:spcPts val="560"/>
              </a:spcBef>
              <a:spcAft>
                <a:spcPts val="0"/>
              </a:spcAft>
              <a:buClr>
                <a:schemeClr val="dk1"/>
              </a:buClr>
              <a:buSzPts val="1100"/>
              <a:buFont typeface="Arial"/>
              <a:buNone/>
            </a:pPr>
            <a:r>
              <a:rPr lang="ja" sz="2300"/>
              <a:t>def setup():</a:t>
            </a:r>
            <a:endParaRPr sz="2300"/>
          </a:p>
          <a:p>
            <a:pPr indent="0" lvl="0" marL="0" rtl="0" algn="l">
              <a:spcBef>
                <a:spcPts val="560"/>
              </a:spcBef>
              <a:spcAft>
                <a:spcPts val="0"/>
              </a:spcAft>
              <a:buClr>
                <a:schemeClr val="dk1"/>
              </a:buClr>
              <a:buSzPts val="1100"/>
              <a:buFont typeface="Arial"/>
              <a:buNone/>
            </a:pPr>
            <a:r>
              <a:rPr lang="ja" sz="2300"/>
              <a:t>    # グローバル変数</a:t>
            </a:r>
            <a:endParaRPr sz="2300"/>
          </a:p>
          <a:p>
            <a:pPr indent="0" lvl="0" marL="0" rtl="0" algn="l">
              <a:spcBef>
                <a:spcPts val="560"/>
              </a:spcBef>
              <a:spcAft>
                <a:spcPts val="0"/>
              </a:spcAft>
              <a:buClr>
                <a:schemeClr val="dk1"/>
              </a:buClr>
              <a:buSzPts val="1100"/>
              <a:buFont typeface="Arial"/>
              <a:buNone/>
            </a:pPr>
            <a:r>
              <a:rPr lang="ja" sz="2300"/>
              <a:t>    global minim, player</a:t>
            </a:r>
            <a:endParaRPr sz="2300"/>
          </a:p>
          <a:p>
            <a:pPr indent="0" lvl="0" marL="0" rtl="0" algn="l">
              <a:spcBef>
                <a:spcPts val="560"/>
              </a:spcBef>
              <a:spcAft>
                <a:spcPts val="0"/>
              </a:spcAft>
              <a:buClr>
                <a:schemeClr val="dk1"/>
              </a:buClr>
              <a:buSzPts val="1100"/>
              <a:buFont typeface="Arial"/>
              <a:buNone/>
            </a:pPr>
            <a:r>
              <a:rPr lang="ja" sz="2300"/>
              <a:t>    minim =  Minim(this)</a:t>
            </a:r>
            <a:endParaRPr sz="2300"/>
          </a:p>
          <a:p>
            <a:pPr indent="0" lvl="0" marL="0" rtl="0" algn="l">
              <a:spcBef>
                <a:spcPts val="560"/>
              </a:spcBef>
              <a:spcAft>
                <a:spcPts val="0"/>
              </a:spcAft>
              <a:buClr>
                <a:schemeClr val="dk1"/>
              </a:buClr>
              <a:buSzPts val="1100"/>
              <a:buFont typeface="Arial"/>
              <a:buNone/>
            </a:pPr>
            <a:r>
              <a:rPr lang="ja" sz="2300"/>
              <a:t>    player = minim.loadFile('../sounddata/sample.mp3',</a:t>
            </a:r>
            <a:r>
              <a:rPr lang="ja" sz="2300">
                <a:highlight>
                  <a:srgbClr val="00FFFF"/>
                </a:highlight>
              </a:rPr>
              <a:t>100</a:t>
            </a:r>
            <a:r>
              <a:rPr lang="ja" sz="2300"/>
              <a:t>)</a:t>
            </a:r>
            <a:endParaRPr sz="2300"/>
          </a:p>
          <a:p>
            <a:pPr indent="0" lvl="0" marL="0" rtl="0" algn="l">
              <a:spcBef>
                <a:spcPts val="560"/>
              </a:spcBef>
              <a:spcAft>
                <a:spcPts val="0"/>
              </a:spcAft>
              <a:buClr>
                <a:schemeClr val="dk1"/>
              </a:buClr>
              <a:buSzPts val="1100"/>
              <a:buFont typeface="Arial"/>
              <a:buNone/>
            </a:pPr>
            <a:r>
              <a:rPr lang="ja" sz="2300"/>
              <a:t>    player.play()</a:t>
            </a:r>
            <a:endParaRPr sz="2300"/>
          </a:p>
          <a:p>
            <a:pPr indent="0" lvl="0" marL="0" rtl="0" algn="l">
              <a:spcBef>
                <a:spcPts val="560"/>
              </a:spcBef>
              <a:spcAft>
                <a:spcPts val="0"/>
              </a:spcAft>
              <a:buClr>
                <a:schemeClr val="dk1"/>
              </a:buClr>
              <a:buSzPts val="1100"/>
              <a:buFont typeface="Arial"/>
              <a:buNone/>
            </a:pPr>
            <a:r>
              <a:t/>
            </a:r>
            <a:endParaRPr sz="1500"/>
          </a:p>
          <a:p>
            <a:pPr indent="0" lvl="0" marL="0" rtl="0" algn="l">
              <a:spcBef>
                <a:spcPts val="560"/>
              </a:spcBef>
              <a:spcAft>
                <a:spcPts val="0"/>
              </a:spcAft>
              <a:buClr>
                <a:schemeClr val="dk1"/>
              </a:buClr>
              <a:buSzPts val="2400"/>
              <a:buFont typeface="Arial"/>
              <a:buNone/>
            </a:pPr>
            <a:r>
              <a:rPr lang="ja" sz="2300"/>
              <a:t>def draw():</a:t>
            </a:r>
            <a:endParaRPr sz="2300"/>
          </a:p>
          <a:p>
            <a:pPr indent="0" lvl="0" marL="0" rtl="0" algn="l">
              <a:spcBef>
                <a:spcPts val="560"/>
              </a:spcBef>
              <a:spcAft>
                <a:spcPts val="0"/>
              </a:spcAft>
              <a:buNone/>
            </a:pPr>
            <a:r>
              <a:rPr lang="ja" sz="2300"/>
              <a:t>    pass </a:t>
            </a:r>
            <a:endParaRPr sz="2300"/>
          </a:p>
          <a:p>
            <a:pPr indent="0" lvl="0" marL="0" rtl="0" algn="l">
              <a:spcBef>
                <a:spcPts val="560"/>
              </a:spcBef>
              <a:spcAft>
                <a:spcPts val="0"/>
              </a:spcAft>
              <a:buClr>
                <a:schemeClr val="dk1"/>
              </a:buClr>
              <a:buSzPts val="2400"/>
              <a:buFont typeface="Arial"/>
              <a:buNone/>
            </a:pPr>
            <a:r>
              <a:rPr lang="ja" sz="2300"/>
              <a:t> </a:t>
            </a:r>
            <a:endParaRPr sz="2300"/>
          </a:p>
          <a:p>
            <a:pPr indent="0" lvl="0" marL="0" rtl="0" algn="l">
              <a:spcBef>
                <a:spcPts val="560"/>
              </a:spcBef>
              <a:spcAft>
                <a:spcPts val="0"/>
              </a:spcAft>
              <a:buClr>
                <a:schemeClr val="dk1"/>
              </a:buClr>
              <a:buSzPts val="2400"/>
              <a:buFont typeface="Arial"/>
              <a:buNone/>
            </a:pPr>
            <a:r>
              <a:rPr lang="ja" sz="2300"/>
              <a:t>def stop():</a:t>
            </a:r>
            <a:endParaRPr sz="2300"/>
          </a:p>
          <a:p>
            <a:pPr indent="0" lvl="0" marL="0" rtl="0" algn="l">
              <a:spcBef>
                <a:spcPts val="560"/>
              </a:spcBef>
              <a:spcAft>
                <a:spcPts val="0"/>
              </a:spcAft>
              <a:buClr>
                <a:schemeClr val="dk1"/>
              </a:buClr>
              <a:buSzPts val="2400"/>
              <a:buFont typeface="Arial"/>
              <a:buNone/>
            </a:pPr>
            <a:r>
              <a:rPr lang="ja" sz="2300"/>
              <a:t>    player.close()</a:t>
            </a:r>
            <a:endParaRPr sz="2300"/>
          </a:p>
          <a:p>
            <a:pPr indent="0" lvl="0" marL="0" rtl="0" algn="l">
              <a:spcBef>
                <a:spcPts val="560"/>
              </a:spcBef>
              <a:spcAft>
                <a:spcPts val="0"/>
              </a:spcAft>
              <a:buClr>
                <a:schemeClr val="dk1"/>
              </a:buClr>
              <a:buSzPts val="2400"/>
              <a:buFont typeface="Arial"/>
              <a:buNone/>
            </a:pPr>
            <a:r>
              <a:rPr lang="ja" sz="2300"/>
              <a:t>    minim.stop()</a:t>
            </a:r>
            <a:endParaRPr sz="2700"/>
          </a:p>
        </p:txBody>
      </p:sp>
      <p:sp>
        <p:nvSpPr>
          <p:cNvPr id="414" name="Google Shape;414;p31"/>
          <p:cNvSpPr txBox="1"/>
          <p:nvPr>
            <p:ph idx="12" type="sldNum"/>
          </p:nvPr>
        </p:nvSpPr>
        <p:spPr>
          <a:xfrm>
            <a:off x="8568700" y="4038407"/>
            <a:ext cx="575400" cy="31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ja"/>
              <a:t>‹#›</a:t>
            </a:fld>
            <a:endParaRPr/>
          </a:p>
        </p:txBody>
      </p:sp>
      <p:cxnSp>
        <p:nvCxnSpPr>
          <p:cNvPr id="415" name="Google Shape;415;p31"/>
          <p:cNvCxnSpPr/>
          <p:nvPr/>
        </p:nvCxnSpPr>
        <p:spPr>
          <a:xfrm>
            <a:off x="3651200" y="486431"/>
            <a:ext cx="3387000" cy="1774800"/>
          </a:xfrm>
          <a:prstGeom prst="straightConnector1">
            <a:avLst/>
          </a:prstGeom>
          <a:noFill/>
          <a:ln cap="flat" cmpd="sng" w="9525">
            <a:solidFill>
              <a:schemeClr val="dk2"/>
            </a:solidFill>
            <a:prstDash val="solid"/>
            <a:round/>
            <a:headEnd len="med" w="med" type="none"/>
            <a:tailEnd len="med" w="med" type="triangle"/>
          </a:ln>
        </p:spPr>
      </p:cxnSp>
      <p:sp>
        <p:nvSpPr>
          <p:cNvPr id="416" name="Google Shape;416;p31"/>
          <p:cNvSpPr txBox="1"/>
          <p:nvPr/>
        </p:nvSpPr>
        <p:spPr>
          <a:xfrm>
            <a:off x="5817625" y="783694"/>
            <a:ext cx="3184500" cy="7080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ja" sz="1700"/>
              <a:t>バッファサイズ　100　 735</a:t>
            </a:r>
            <a:endParaRPr sz="1700"/>
          </a:p>
          <a:p>
            <a:pPr indent="0" lvl="0" marL="0" rtl="0" algn="l">
              <a:spcBef>
                <a:spcPts val="0"/>
              </a:spcBef>
              <a:spcAft>
                <a:spcPts val="0"/>
              </a:spcAft>
              <a:buNone/>
            </a:pPr>
            <a:r>
              <a:rPr lang="ja" sz="1700"/>
              <a:t>                  音質     ？　　？</a:t>
            </a:r>
            <a:endParaRPr sz="1700"/>
          </a:p>
        </p:txBody>
      </p:sp>
      <p:sp>
        <p:nvSpPr>
          <p:cNvPr id="417" name="Google Shape;417;p31"/>
          <p:cNvSpPr txBox="1"/>
          <p:nvPr/>
        </p:nvSpPr>
        <p:spPr>
          <a:xfrm>
            <a:off x="4203675" y="3720263"/>
            <a:ext cx="2918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pic>
        <p:nvPicPr>
          <p:cNvPr id="418" name="Google Shape;418;p31"/>
          <p:cNvPicPr preferRelativeResize="0"/>
          <p:nvPr/>
        </p:nvPicPr>
        <p:blipFill>
          <a:blip r:embed="rId3">
            <a:alphaModFix/>
          </a:blip>
          <a:stretch>
            <a:fillRect/>
          </a:stretch>
        </p:blipFill>
        <p:spPr>
          <a:xfrm>
            <a:off x="3251125" y="3582327"/>
            <a:ext cx="1766747" cy="471133"/>
          </a:xfrm>
          <a:prstGeom prst="rect">
            <a:avLst/>
          </a:prstGeom>
          <a:noFill/>
          <a:ln>
            <a:noFill/>
          </a:ln>
        </p:spPr>
      </p:pic>
      <p:sp>
        <p:nvSpPr>
          <p:cNvPr id="419" name="Google Shape;419;p31"/>
          <p:cNvSpPr txBox="1"/>
          <p:nvPr/>
        </p:nvSpPr>
        <p:spPr>
          <a:xfrm>
            <a:off x="5873150" y="3513075"/>
            <a:ext cx="24141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a:t>44100 ÷ 60 = 735</a:t>
            </a:r>
            <a:endParaRPr/>
          </a:p>
          <a:p>
            <a:pPr indent="0" lvl="0" marL="0" rtl="0" algn="l">
              <a:spcBef>
                <a:spcPts val="0"/>
              </a:spcBef>
              <a:spcAft>
                <a:spcPts val="0"/>
              </a:spcAft>
              <a:buNone/>
            </a:pPr>
            <a:r>
              <a:rPr lang="ja"/>
              <a:t>つまり</a:t>
            </a:r>
            <a:endParaRPr/>
          </a:p>
          <a:p>
            <a:pPr indent="0" lvl="0" marL="0" rtl="0" algn="l">
              <a:spcBef>
                <a:spcPts val="0"/>
              </a:spcBef>
              <a:spcAft>
                <a:spcPts val="0"/>
              </a:spcAft>
              <a:buClr>
                <a:schemeClr val="dk1"/>
              </a:buClr>
              <a:buSzPts val="1100"/>
              <a:buFont typeface="Arial"/>
              <a:buNone/>
            </a:pPr>
            <a:r>
              <a:rPr lang="ja">
                <a:solidFill>
                  <a:schemeClr val="dk1"/>
                </a:solidFill>
              </a:rPr>
              <a:t>44100 ÷ 735 = 60</a:t>
            </a:r>
            <a:endParaRPr>
              <a:solidFill>
                <a:schemeClr val="dk1"/>
              </a:solidFill>
            </a:endParaRPr>
          </a:p>
          <a:p>
            <a:pPr indent="0" lvl="0" marL="0" rtl="0" algn="l">
              <a:spcBef>
                <a:spcPts val="0"/>
              </a:spcBef>
              <a:spcAft>
                <a:spcPts val="0"/>
              </a:spcAft>
              <a:buNone/>
            </a:pPr>
            <a:r>
              <a:t/>
            </a:r>
            <a:endParaRPr/>
          </a:p>
        </p:txBody>
      </p:sp>
      <p:cxnSp>
        <p:nvCxnSpPr>
          <p:cNvPr id="420" name="Google Shape;420;p31"/>
          <p:cNvCxnSpPr/>
          <p:nvPr/>
        </p:nvCxnSpPr>
        <p:spPr>
          <a:xfrm flipH="1" rot="10800000">
            <a:off x="6894025" y="4053544"/>
            <a:ext cx="324300" cy="684600"/>
          </a:xfrm>
          <a:prstGeom prst="straightConnector1">
            <a:avLst/>
          </a:prstGeom>
          <a:noFill/>
          <a:ln cap="flat" cmpd="sng" w="9525">
            <a:solidFill>
              <a:schemeClr val="dk2"/>
            </a:solidFill>
            <a:prstDash val="solid"/>
            <a:round/>
            <a:headEnd len="med" w="med" type="none"/>
            <a:tailEnd len="med" w="med" type="triangle"/>
          </a:ln>
        </p:spPr>
      </p:cxnSp>
      <p:sp>
        <p:nvSpPr>
          <p:cNvPr id="421" name="Google Shape;421;p31"/>
          <p:cNvSpPr txBox="1"/>
          <p:nvPr/>
        </p:nvSpPr>
        <p:spPr>
          <a:xfrm>
            <a:off x="5873150" y="4677844"/>
            <a:ext cx="1981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a:t>frameRateの最大値</a:t>
            </a:r>
            <a:endParaRPr/>
          </a:p>
        </p:txBody>
      </p:sp>
      <p:cxnSp>
        <p:nvCxnSpPr>
          <p:cNvPr id="422" name="Google Shape;422;p31"/>
          <p:cNvCxnSpPr/>
          <p:nvPr/>
        </p:nvCxnSpPr>
        <p:spPr>
          <a:xfrm rot="10800000">
            <a:off x="7530000" y="788194"/>
            <a:ext cx="0" cy="522000"/>
          </a:xfrm>
          <a:prstGeom prst="straightConnector1">
            <a:avLst/>
          </a:prstGeom>
          <a:noFill/>
          <a:ln cap="flat" cmpd="sng" w="9525">
            <a:solidFill>
              <a:schemeClr val="dk2"/>
            </a:solidFill>
            <a:prstDash val="solid"/>
            <a:round/>
            <a:headEnd len="med" w="med" type="none"/>
            <a:tailEnd len="med" w="med" type="none"/>
          </a:ln>
        </p:spPr>
      </p:cxnSp>
      <p:cxnSp>
        <p:nvCxnSpPr>
          <p:cNvPr id="423" name="Google Shape;423;p31"/>
          <p:cNvCxnSpPr/>
          <p:nvPr/>
        </p:nvCxnSpPr>
        <p:spPr>
          <a:xfrm rot="10800000">
            <a:off x="8154550" y="788194"/>
            <a:ext cx="0" cy="522000"/>
          </a:xfrm>
          <a:prstGeom prst="straightConnector1">
            <a:avLst/>
          </a:prstGeom>
          <a:noFill/>
          <a:ln cap="flat" cmpd="sng" w="9525">
            <a:solidFill>
              <a:schemeClr val="dk2"/>
            </a:solidFill>
            <a:prstDash val="solid"/>
            <a:round/>
            <a:headEnd len="med" w="med" type="none"/>
            <a:tailEnd len="med" w="med" type="none"/>
          </a:ln>
        </p:spPr>
      </p:cxnSp>
      <p:cxnSp>
        <p:nvCxnSpPr>
          <p:cNvPr id="424" name="Google Shape;424;p31"/>
          <p:cNvCxnSpPr>
            <a:stCxn id="416" idx="3"/>
            <a:endCxn id="416" idx="1"/>
          </p:cNvCxnSpPr>
          <p:nvPr/>
        </p:nvCxnSpPr>
        <p:spPr>
          <a:xfrm rot="10800000">
            <a:off x="5817625" y="1137694"/>
            <a:ext cx="3184500" cy="0"/>
          </a:xfrm>
          <a:prstGeom prst="straightConnector1">
            <a:avLst/>
          </a:prstGeom>
          <a:noFill/>
          <a:ln cap="flat" cmpd="sng" w="9525">
            <a:solidFill>
              <a:schemeClr val="dk2"/>
            </a:solidFill>
            <a:prstDash val="solid"/>
            <a:round/>
            <a:headEnd len="med" w="med" type="none"/>
            <a:tailEnd len="med" w="med" type="none"/>
          </a:ln>
        </p:spPr>
      </p:cxnSp>
      <p:sp>
        <p:nvSpPr>
          <p:cNvPr id="425" name="Google Shape;425;p31"/>
          <p:cNvSpPr txBox="1"/>
          <p:nvPr/>
        </p:nvSpPr>
        <p:spPr>
          <a:xfrm>
            <a:off x="6862825" y="2510381"/>
            <a:ext cx="10941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a:t>　or </a:t>
            </a:r>
            <a:endParaRPr/>
          </a:p>
          <a:p>
            <a:pPr indent="0" lvl="0" marL="0" rtl="0" algn="l">
              <a:spcBef>
                <a:spcPts val="0"/>
              </a:spcBef>
              <a:spcAft>
                <a:spcPts val="0"/>
              </a:spcAft>
              <a:buNone/>
            </a:pPr>
            <a:r>
              <a:rPr lang="ja"/>
              <a:t>  735</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32"/>
          <p:cNvSpPr txBox="1"/>
          <p:nvPr>
            <p:ph type="title"/>
          </p:nvPr>
        </p:nvSpPr>
        <p:spPr>
          <a:xfrm>
            <a:off x="467544" y="72895"/>
            <a:ext cx="8229600" cy="315000"/>
          </a:xfrm>
          <a:prstGeom prst="rect">
            <a:avLst/>
          </a:prstGeom>
        </p:spPr>
        <p:txBody>
          <a:bodyPr anchorCtr="0" anchor="t" bIns="45700" lIns="91425" spcFirstLastPara="1" rIns="91425" wrap="square" tIns="45700">
            <a:noAutofit/>
          </a:bodyPr>
          <a:lstStyle/>
          <a:p>
            <a:pPr indent="0" lvl="0" marL="0" rtl="0" algn="ctr">
              <a:spcBef>
                <a:spcPts val="0"/>
              </a:spcBef>
              <a:spcAft>
                <a:spcPts val="0"/>
              </a:spcAft>
              <a:buNone/>
            </a:pPr>
            <a:r>
              <a:rPr lang="ja"/>
              <a:t>バッファサイズ</a:t>
            </a:r>
            <a:endParaRPr/>
          </a:p>
        </p:txBody>
      </p:sp>
      <p:sp>
        <p:nvSpPr>
          <p:cNvPr id="432" name="Google Shape;432;p32"/>
          <p:cNvSpPr txBox="1"/>
          <p:nvPr>
            <p:ph idx="12" type="sldNum"/>
          </p:nvPr>
        </p:nvSpPr>
        <p:spPr>
          <a:xfrm>
            <a:off x="8568700" y="4038407"/>
            <a:ext cx="575400" cy="31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ja"/>
              <a:t>‹#›</a:t>
            </a:fld>
            <a:endParaRPr/>
          </a:p>
        </p:txBody>
      </p:sp>
      <p:pic>
        <p:nvPicPr>
          <p:cNvPr id="433" name="Google Shape;433;p32"/>
          <p:cNvPicPr preferRelativeResize="0"/>
          <p:nvPr/>
        </p:nvPicPr>
        <p:blipFill rotWithShape="1">
          <a:blip r:embed="rId3">
            <a:alphaModFix/>
          </a:blip>
          <a:srcRect b="36004" l="0" r="0" t="0"/>
          <a:stretch/>
        </p:blipFill>
        <p:spPr>
          <a:xfrm>
            <a:off x="707450" y="699114"/>
            <a:ext cx="4080950" cy="2210360"/>
          </a:xfrm>
          <a:prstGeom prst="rect">
            <a:avLst/>
          </a:prstGeom>
          <a:noFill/>
          <a:ln>
            <a:noFill/>
          </a:ln>
          <a:effectLst>
            <a:outerShdw blurRad="57150" rotWithShape="0" algn="bl" dir="5400000" dist="19050">
              <a:srgbClr val="000000">
                <a:alpha val="49800"/>
              </a:srgbClr>
            </a:outerShdw>
          </a:effectLst>
        </p:spPr>
      </p:pic>
      <p:sp>
        <p:nvSpPr>
          <p:cNvPr id="434" name="Google Shape;434;p32"/>
          <p:cNvSpPr txBox="1"/>
          <p:nvPr/>
        </p:nvSpPr>
        <p:spPr>
          <a:xfrm>
            <a:off x="1007050" y="2946263"/>
            <a:ext cx="34317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1100">
                <a:solidFill>
                  <a:schemeClr val="dk1"/>
                </a:solidFill>
              </a:rPr>
              <a:t>https://masatsumu-dtm.com/word_45-buffer_size/</a:t>
            </a:r>
            <a:endParaRPr/>
          </a:p>
        </p:txBody>
      </p:sp>
      <p:sp>
        <p:nvSpPr>
          <p:cNvPr id="435" name="Google Shape;435;p32"/>
          <p:cNvSpPr txBox="1"/>
          <p:nvPr/>
        </p:nvSpPr>
        <p:spPr>
          <a:xfrm>
            <a:off x="360650" y="3499744"/>
            <a:ext cx="7698600" cy="166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2400"/>
              <a:t>バッファサイズが十分に大きい＝スムーズに処理可能</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rPr lang="ja" sz="2400"/>
              <a:t>バッファサイズが小さい = </a:t>
            </a:r>
            <a:r>
              <a:rPr lang="ja" sz="2300"/>
              <a:t>処理したいのにデータがない</a:t>
            </a:r>
            <a:endParaRPr sz="2300"/>
          </a:p>
        </p:txBody>
      </p:sp>
      <p:sp>
        <p:nvSpPr>
          <p:cNvPr id="436" name="Google Shape;436;p32"/>
          <p:cNvSpPr/>
          <p:nvPr/>
        </p:nvSpPr>
        <p:spPr>
          <a:xfrm>
            <a:off x="3115500" y="3895294"/>
            <a:ext cx="391200" cy="455700"/>
          </a:xfrm>
          <a:prstGeom prst="up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33"/>
          <p:cNvSpPr txBox="1"/>
          <p:nvPr>
            <p:ph idx="1" type="body"/>
          </p:nvPr>
        </p:nvSpPr>
        <p:spPr>
          <a:xfrm>
            <a:off x="467544" y="582952"/>
            <a:ext cx="8229600" cy="312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560"/>
              </a:spcBef>
              <a:spcAft>
                <a:spcPts val="0"/>
              </a:spcAft>
              <a:buSzPts val="2400"/>
              <a:buNone/>
            </a:pPr>
            <a:r>
              <a:rPr lang="ja"/>
              <a:t>実行すると音楽が再生し「Playing」と表示</a:t>
            </a:r>
            <a:endParaRPr/>
          </a:p>
          <a:p>
            <a:pPr indent="0" lvl="0" marL="0" rtl="0" algn="l">
              <a:lnSpc>
                <a:spcPct val="100000"/>
              </a:lnSpc>
              <a:spcBef>
                <a:spcPts val="560"/>
              </a:spcBef>
              <a:spcAft>
                <a:spcPts val="0"/>
              </a:spcAft>
              <a:buSzPts val="2400"/>
              <a:buNone/>
            </a:pPr>
            <a:r>
              <a:rPr lang="ja"/>
              <a:t>キーボードのいずれかのキーを押すと一時停止し「Pause」と表示、再度キーを押すと音楽が再生し「Playing」と表示するプログラムを作成しましょう。</a:t>
            </a:r>
            <a:endParaRPr/>
          </a:p>
        </p:txBody>
      </p:sp>
      <p:sp>
        <p:nvSpPr>
          <p:cNvPr id="443" name="Google Shape;443;p33"/>
          <p:cNvSpPr txBox="1"/>
          <p:nvPr>
            <p:ph idx="12" type="sldNum"/>
          </p:nvPr>
        </p:nvSpPr>
        <p:spPr>
          <a:xfrm>
            <a:off x="8568700" y="4038407"/>
            <a:ext cx="575400" cy="315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ja"/>
              <a:t>‹#›</a:t>
            </a:fld>
            <a:endParaRPr/>
          </a:p>
        </p:txBody>
      </p:sp>
      <p:pic>
        <p:nvPicPr>
          <p:cNvPr id="444" name="Google Shape;444;p33"/>
          <p:cNvPicPr preferRelativeResize="0"/>
          <p:nvPr/>
        </p:nvPicPr>
        <p:blipFill rotWithShape="1">
          <a:blip r:embed="rId3">
            <a:alphaModFix/>
          </a:blip>
          <a:srcRect b="0" l="0" r="0" t="0"/>
          <a:stretch/>
        </p:blipFill>
        <p:spPr>
          <a:xfrm>
            <a:off x="467549" y="2319132"/>
            <a:ext cx="2401540" cy="1845262"/>
          </a:xfrm>
          <a:prstGeom prst="rect">
            <a:avLst/>
          </a:prstGeom>
          <a:noFill/>
          <a:ln>
            <a:noFill/>
          </a:ln>
        </p:spPr>
      </p:pic>
      <p:pic>
        <p:nvPicPr>
          <p:cNvPr id="445" name="Google Shape;445;p33"/>
          <p:cNvPicPr preferRelativeResize="0"/>
          <p:nvPr/>
        </p:nvPicPr>
        <p:blipFill rotWithShape="1">
          <a:blip r:embed="rId4">
            <a:alphaModFix/>
          </a:blip>
          <a:srcRect b="0" l="0" r="0" t="0"/>
          <a:stretch/>
        </p:blipFill>
        <p:spPr>
          <a:xfrm>
            <a:off x="5142800" y="2319131"/>
            <a:ext cx="2420020" cy="1845262"/>
          </a:xfrm>
          <a:prstGeom prst="rect">
            <a:avLst/>
          </a:prstGeom>
          <a:noFill/>
          <a:ln>
            <a:noFill/>
          </a:ln>
        </p:spPr>
      </p:pic>
      <p:sp>
        <p:nvSpPr>
          <p:cNvPr id="446" name="Google Shape;446;p33"/>
          <p:cNvSpPr/>
          <p:nvPr/>
        </p:nvSpPr>
        <p:spPr>
          <a:xfrm>
            <a:off x="3874425" y="3155850"/>
            <a:ext cx="1050600" cy="334200"/>
          </a:xfrm>
          <a:prstGeom prst="lef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 name="Google Shape;447;p33"/>
          <p:cNvSpPr txBox="1"/>
          <p:nvPr/>
        </p:nvSpPr>
        <p:spPr>
          <a:xfrm>
            <a:off x="1312125" y="4379663"/>
            <a:ext cx="1512900" cy="466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900"/>
              <a:buFont typeface="Arial"/>
              <a:buNone/>
            </a:pPr>
            <a:r>
              <a:rPr b="0" i="0" lang="ja" sz="1900" u="none" cap="none" strike="noStrike">
                <a:solidFill>
                  <a:srgbClr val="000000"/>
                </a:solidFill>
                <a:latin typeface="Arial"/>
                <a:ea typeface="Arial"/>
                <a:cs typeface="Arial"/>
                <a:sym typeface="Arial"/>
              </a:rPr>
              <a:t>player.play()</a:t>
            </a:r>
            <a:endParaRPr b="0" i="0" sz="1900" u="none" cap="none" strike="noStrike">
              <a:solidFill>
                <a:srgbClr val="000000"/>
              </a:solidFill>
              <a:latin typeface="Arial"/>
              <a:ea typeface="Arial"/>
              <a:cs typeface="Arial"/>
              <a:sym typeface="Arial"/>
            </a:endParaRPr>
          </a:p>
        </p:txBody>
      </p:sp>
      <p:sp>
        <p:nvSpPr>
          <p:cNvPr id="448" name="Google Shape;448;p33"/>
          <p:cNvSpPr txBox="1"/>
          <p:nvPr/>
        </p:nvSpPr>
        <p:spPr>
          <a:xfrm>
            <a:off x="6059100" y="4513200"/>
            <a:ext cx="1781700" cy="466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900"/>
              <a:buFont typeface="Arial"/>
              <a:buNone/>
            </a:pPr>
            <a:r>
              <a:rPr b="0" i="0" lang="ja" sz="1900" u="none" cap="none" strike="noStrike">
                <a:solidFill>
                  <a:srgbClr val="000000"/>
                </a:solidFill>
                <a:latin typeface="Arial"/>
                <a:ea typeface="Arial"/>
                <a:cs typeface="Arial"/>
                <a:sym typeface="Arial"/>
              </a:rPr>
              <a:t>player.pause()</a:t>
            </a:r>
            <a:endParaRPr b="0" i="0" sz="1900" u="none" cap="none" strike="noStrike">
              <a:solidFill>
                <a:srgbClr val="000000"/>
              </a:solidFill>
              <a:latin typeface="Arial"/>
              <a:ea typeface="Arial"/>
              <a:cs typeface="Arial"/>
              <a:sym typeface="Arial"/>
            </a:endParaRPr>
          </a:p>
        </p:txBody>
      </p:sp>
      <p:sp>
        <p:nvSpPr>
          <p:cNvPr id="449" name="Google Shape;449;p33"/>
          <p:cNvSpPr txBox="1"/>
          <p:nvPr/>
        </p:nvSpPr>
        <p:spPr>
          <a:xfrm>
            <a:off x="5458000" y="4272029"/>
            <a:ext cx="3110700" cy="466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rPr b="0" i="0" lang="ja" sz="1700" u="none" cap="none" strike="noStrike">
                <a:solidFill>
                  <a:srgbClr val="000000"/>
                </a:solidFill>
                <a:latin typeface="Arial"/>
                <a:ea typeface="Arial"/>
                <a:cs typeface="Arial"/>
                <a:sym typeface="Arial"/>
              </a:rPr>
              <a:t>if player.isPlaying() == True :</a:t>
            </a:r>
            <a:endParaRPr b="0" i="0" sz="1700" u="none" cap="none" strike="noStrike">
              <a:solidFill>
                <a:srgbClr val="000000"/>
              </a:solidFill>
              <a:latin typeface="Arial"/>
              <a:ea typeface="Arial"/>
              <a:cs typeface="Arial"/>
              <a:sym typeface="Arial"/>
            </a:endParaRPr>
          </a:p>
        </p:txBody>
      </p:sp>
      <p:sp>
        <p:nvSpPr>
          <p:cNvPr id="450" name="Google Shape;450;p33"/>
          <p:cNvSpPr txBox="1"/>
          <p:nvPr/>
        </p:nvSpPr>
        <p:spPr>
          <a:xfrm>
            <a:off x="5434450" y="4121597"/>
            <a:ext cx="3110700" cy="466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0" i="0" lang="ja" sz="1300" u="none" cap="none" strike="noStrike">
                <a:solidFill>
                  <a:srgbClr val="000000"/>
                </a:solidFill>
                <a:latin typeface="Arial"/>
                <a:ea typeface="Arial"/>
                <a:cs typeface="Arial"/>
                <a:sym typeface="Arial"/>
              </a:rPr>
              <a:t>もしプレイ中だったらポーズにする</a:t>
            </a:r>
            <a:endParaRPr b="0" i="0" sz="800" u="none" cap="none" strike="noStrike">
              <a:solidFill>
                <a:srgbClr val="000000"/>
              </a:solidFill>
              <a:latin typeface="Arial"/>
              <a:ea typeface="Arial"/>
              <a:cs typeface="Arial"/>
              <a:sym typeface="Arial"/>
            </a:endParaRPr>
          </a:p>
        </p:txBody>
      </p:sp>
      <p:sp>
        <p:nvSpPr>
          <p:cNvPr id="451" name="Google Shape;451;p33"/>
          <p:cNvSpPr txBox="1"/>
          <p:nvPr/>
        </p:nvSpPr>
        <p:spPr>
          <a:xfrm>
            <a:off x="467550" y="1866413"/>
            <a:ext cx="3000000" cy="334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b="0" i="0" lang="ja" sz="2100" u="none" cap="none" strike="noStrike">
                <a:solidFill>
                  <a:srgbClr val="000000"/>
                </a:solidFill>
                <a:latin typeface="Arial"/>
                <a:ea typeface="Arial"/>
                <a:cs typeface="Arial"/>
                <a:sym typeface="Arial"/>
              </a:rPr>
              <a:t>def keyPressed() :</a:t>
            </a:r>
            <a:endParaRPr b="0" i="0" sz="2100" u="none" cap="none" strike="noStrike">
              <a:solidFill>
                <a:srgbClr val="000000"/>
              </a:solidFill>
              <a:latin typeface="Arial"/>
              <a:ea typeface="Arial"/>
              <a:cs typeface="Arial"/>
              <a:sym typeface="Arial"/>
            </a:endParaRPr>
          </a:p>
        </p:txBody>
      </p:sp>
      <p:sp>
        <p:nvSpPr>
          <p:cNvPr id="452" name="Google Shape;452;p33"/>
          <p:cNvSpPr txBox="1"/>
          <p:nvPr/>
        </p:nvSpPr>
        <p:spPr>
          <a:xfrm>
            <a:off x="1953100" y="87038"/>
            <a:ext cx="43527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lang="ja">
                <a:solidFill>
                  <a:srgbClr val="FF0000"/>
                </a:solidFill>
              </a:rPr>
              <a:t>次ページにヒントあり</a:t>
            </a:r>
            <a:endParaRPr>
              <a:solidFill>
                <a:srgbClr val="FF0000"/>
              </a:solidFill>
            </a:endParaRPr>
          </a:p>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FF0000"/>
                </a:solidFill>
                <a:latin typeface="Arial"/>
                <a:ea typeface="Arial"/>
                <a:cs typeface="Arial"/>
                <a:sym typeface="Arial"/>
              </a:rPr>
              <a:t>提出物はコードとスクリーンショットのみでいい</a:t>
            </a:r>
            <a:endParaRPr b="0" i="0" sz="1400" u="none" cap="none" strike="noStrike">
              <a:solidFill>
                <a:srgbClr val="FF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34"/>
          <p:cNvSpPr txBox="1"/>
          <p:nvPr>
            <p:ph type="title"/>
          </p:nvPr>
        </p:nvSpPr>
        <p:spPr>
          <a:xfrm>
            <a:off x="500819" y="87474"/>
            <a:ext cx="8229600" cy="378000"/>
          </a:xfrm>
          <a:prstGeom prst="rect">
            <a:avLst/>
          </a:prstGeom>
        </p:spPr>
        <p:txBody>
          <a:bodyPr anchorCtr="0" anchor="t" bIns="45700" lIns="91425" spcFirstLastPara="1" rIns="91425" wrap="square" tIns="45700">
            <a:noAutofit/>
          </a:bodyPr>
          <a:lstStyle/>
          <a:p>
            <a:pPr indent="0" lvl="0" marL="0" rtl="0" algn="ctr">
              <a:spcBef>
                <a:spcPts val="0"/>
              </a:spcBef>
              <a:spcAft>
                <a:spcPts val="0"/>
              </a:spcAft>
              <a:buNone/>
            </a:pPr>
            <a:r>
              <a:rPr lang="ja"/>
              <a:t>キーボード操作【再掲】</a:t>
            </a:r>
            <a:endParaRPr/>
          </a:p>
        </p:txBody>
      </p:sp>
      <p:sp>
        <p:nvSpPr>
          <p:cNvPr id="459" name="Google Shape;459;p34"/>
          <p:cNvSpPr txBox="1"/>
          <p:nvPr>
            <p:ph idx="1" type="body"/>
          </p:nvPr>
        </p:nvSpPr>
        <p:spPr>
          <a:xfrm>
            <a:off x="-6" y="699636"/>
            <a:ext cx="8229600" cy="3744300"/>
          </a:xfrm>
          <a:prstGeom prst="rect">
            <a:avLst/>
          </a:prstGeom>
        </p:spPr>
        <p:txBody>
          <a:bodyPr anchorCtr="0" anchor="t" bIns="45700" lIns="91425" spcFirstLastPara="1" rIns="91425" wrap="square" tIns="45700">
            <a:noAutofit/>
          </a:bodyPr>
          <a:lstStyle/>
          <a:p>
            <a:pPr indent="0" lvl="0" marL="0" rtl="0" algn="l">
              <a:spcBef>
                <a:spcPts val="560"/>
              </a:spcBef>
              <a:spcAft>
                <a:spcPts val="0"/>
              </a:spcAft>
              <a:buClr>
                <a:schemeClr val="dk1"/>
              </a:buClr>
              <a:buSzPts val="1100"/>
              <a:buFont typeface="Arial"/>
              <a:buNone/>
            </a:pPr>
            <a:r>
              <a:rPr lang="ja"/>
              <a:t>def keyPressed() :</a:t>
            </a:r>
            <a:endParaRPr/>
          </a:p>
          <a:p>
            <a:pPr indent="0" lvl="0" marL="0" rtl="0" algn="l">
              <a:spcBef>
                <a:spcPts val="560"/>
              </a:spcBef>
              <a:spcAft>
                <a:spcPts val="0"/>
              </a:spcAft>
              <a:buClr>
                <a:schemeClr val="dk1"/>
              </a:buClr>
              <a:buSzPts val="1100"/>
              <a:buFont typeface="Arial"/>
              <a:buNone/>
            </a:pPr>
            <a:r>
              <a:rPr lang="ja"/>
              <a:t>    # キーで再生オン/オフ</a:t>
            </a:r>
            <a:endParaRPr/>
          </a:p>
          <a:p>
            <a:pPr indent="0" lvl="0" marL="0" rtl="0" algn="l">
              <a:spcBef>
                <a:spcPts val="560"/>
              </a:spcBef>
              <a:spcAft>
                <a:spcPts val="0"/>
              </a:spcAft>
              <a:buClr>
                <a:schemeClr val="dk1"/>
              </a:buClr>
              <a:buSzPts val="1100"/>
              <a:buFont typeface="Arial"/>
              <a:buNone/>
            </a:pPr>
            <a:r>
              <a:rPr lang="ja"/>
              <a:t>    if player.isPlaying() == True :</a:t>
            </a:r>
            <a:endParaRPr/>
          </a:p>
          <a:p>
            <a:pPr indent="0" lvl="0" marL="0" rtl="0" algn="l">
              <a:spcBef>
                <a:spcPts val="560"/>
              </a:spcBef>
              <a:spcAft>
                <a:spcPts val="0"/>
              </a:spcAft>
              <a:buClr>
                <a:schemeClr val="dk1"/>
              </a:buClr>
              <a:buSzPts val="1100"/>
              <a:buFont typeface="Arial"/>
              <a:buNone/>
            </a:pPr>
            <a:r>
              <a:rPr lang="ja"/>
              <a:t>        player.pause()</a:t>
            </a:r>
            <a:endParaRPr/>
          </a:p>
          <a:p>
            <a:pPr indent="0" lvl="0" marL="0" rtl="0" algn="l">
              <a:spcBef>
                <a:spcPts val="560"/>
              </a:spcBef>
              <a:spcAft>
                <a:spcPts val="0"/>
              </a:spcAft>
              <a:buClr>
                <a:schemeClr val="dk1"/>
              </a:buClr>
              <a:buSzPts val="1100"/>
              <a:buFont typeface="Arial"/>
              <a:buNone/>
            </a:pPr>
            <a:r>
              <a:rPr lang="ja"/>
              <a:t>        background(0)</a:t>
            </a:r>
            <a:endParaRPr/>
          </a:p>
          <a:p>
            <a:pPr indent="0" lvl="0" marL="0" rtl="0" algn="l">
              <a:spcBef>
                <a:spcPts val="560"/>
              </a:spcBef>
              <a:spcAft>
                <a:spcPts val="0"/>
              </a:spcAft>
              <a:buClr>
                <a:schemeClr val="dk1"/>
              </a:buClr>
              <a:buSzPts val="1100"/>
              <a:buFont typeface="Arial"/>
              <a:buNone/>
            </a:pPr>
            <a:r>
              <a:rPr lang="ja"/>
              <a:t>        text("Pause" , width/2, height/2)</a:t>
            </a:r>
            <a:endParaRPr/>
          </a:p>
          <a:p>
            <a:pPr indent="0" lvl="0" marL="0" rtl="0" algn="l">
              <a:spcBef>
                <a:spcPts val="560"/>
              </a:spcBef>
              <a:spcAft>
                <a:spcPts val="0"/>
              </a:spcAft>
              <a:buClr>
                <a:schemeClr val="dk1"/>
              </a:buClr>
              <a:buSzPts val="1100"/>
              <a:buFont typeface="Arial"/>
              <a:buNone/>
            </a:pPr>
            <a:r>
              <a:rPr lang="ja"/>
              <a:t>    else :</a:t>
            </a:r>
            <a:endParaRPr/>
          </a:p>
          <a:p>
            <a:pPr indent="0" lvl="0" marL="0" rtl="0" algn="l">
              <a:spcBef>
                <a:spcPts val="560"/>
              </a:spcBef>
              <a:spcAft>
                <a:spcPts val="0"/>
              </a:spcAft>
              <a:buClr>
                <a:schemeClr val="dk1"/>
              </a:buClr>
              <a:buSzPts val="1100"/>
              <a:buFont typeface="Arial"/>
              <a:buNone/>
            </a:pPr>
            <a:r>
              <a:rPr lang="ja"/>
              <a:t>        player.play()</a:t>
            </a:r>
            <a:endParaRPr/>
          </a:p>
          <a:p>
            <a:pPr indent="0" lvl="0" marL="0" rtl="0" algn="l">
              <a:spcBef>
                <a:spcPts val="560"/>
              </a:spcBef>
              <a:spcAft>
                <a:spcPts val="0"/>
              </a:spcAft>
              <a:buClr>
                <a:schemeClr val="dk1"/>
              </a:buClr>
              <a:buSzPts val="1100"/>
              <a:buFont typeface="Arial"/>
              <a:buNone/>
            </a:pPr>
            <a:r>
              <a:rPr lang="ja"/>
              <a:t>        background(0)</a:t>
            </a:r>
            <a:endParaRPr/>
          </a:p>
          <a:p>
            <a:pPr indent="0" lvl="0" marL="0" rtl="0" algn="l">
              <a:spcBef>
                <a:spcPts val="560"/>
              </a:spcBef>
              <a:spcAft>
                <a:spcPts val="0"/>
              </a:spcAft>
              <a:buClr>
                <a:schemeClr val="dk1"/>
              </a:buClr>
              <a:buSzPts val="1100"/>
              <a:buFont typeface="Arial"/>
              <a:buNone/>
            </a:pPr>
            <a:r>
              <a:rPr lang="ja"/>
              <a:t>        text("Playing" , width/2, height/2)</a:t>
            </a:r>
            <a:endParaRPr/>
          </a:p>
          <a:p>
            <a:pPr indent="0" lvl="0" marL="0" rtl="0" algn="l">
              <a:spcBef>
                <a:spcPts val="560"/>
              </a:spcBef>
              <a:spcAft>
                <a:spcPts val="0"/>
              </a:spcAft>
              <a:buClr>
                <a:schemeClr val="dk1"/>
              </a:buClr>
              <a:buSzPts val="1100"/>
              <a:buFont typeface="Arial"/>
              <a:buNone/>
            </a:pPr>
            <a:r>
              <a:t/>
            </a:r>
            <a:endParaRPr/>
          </a:p>
          <a:p>
            <a:pPr indent="0" lvl="0" marL="0" rtl="0" algn="l">
              <a:spcBef>
                <a:spcPts val="560"/>
              </a:spcBef>
              <a:spcAft>
                <a:spcPts val="0"/>
              </a:spcAft>
              <a:buNone/>
            </a:pPr>
            <a:r>
              <a:t/>
            </a:r>
            <a:endParaRPr/>
          </a:p>
        </p:txBody>
      </p:sp>
      <p:sp>
        <p:nvSpPr>
          <p:cNvPr id="460" name="Google Shape;460;p34"/>
          <p:cNvSpPr txBox="1"/>
          <p:nvPr>
            <p:ph idx="12" type="sldNum"/>
          </p:nvPr>
        </p:nvSpPr>
        <p:spPr>
          <a:xfrm>
            <a:off x="8568700" y="4038407"/>
            <a:ext cx="575400" cy="31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ja"/>
              <a:t>‹#›</a:t>
            </a:fld>
            <a:endParaRPr/>
          </a:p>
        </p:txBody>
      </p:sp>
      <p:sp>
        <p:nvSpPr>
          <p:cNvPr id="461" name="Google Shape;461;p34"/>
          <p:cNvSpPr/>
          <p:nvPr/>
        </p:nvSpPr>
        <p:spPr>
          <a:xfrm>
            <a:off x="3524150" y="1520138"/>
            <a:ext cx="3182800" cy="941213"/>
          </a:xfrm>
          <a:prstGeom prst="flowChartDecision">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2" name="Google Shape;462;p34"/>
          <p:cNvSpPr txBox="1"/>
          <p:nvPr/>
        </p:nvSpPr>
        <p:spPr>
          <a:xfrm>
            <a:off x="4328825" y="1628231"/>
            <a:ext cx="15735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a:t>もし</a:t>
            </a:r>
            <a:endParaRPr/>
          </a:p>
          <a:p>
            <a:pPr indent="0" lvl="0" marL="0" rtl="0" algn="ctr">
              <a:spcBef>
                <a:spcPts val="0"/>
              </a:spcBef>
              <a:spcAft>
                <a:spcPts val="0"/>
              </a:spcAft>
              <a:buNone/>
            </a:pPr>
            <a:r>
              <a:rPr lang="ja"/>
              <a:t>player.isPlaying()がTrueだったら</a:t>
            </a:r>
            <a:endParaRPr/>
          </a:p>
        </p:txBody>
      </p:sp>
      <p:cxnSp>
        <p:nvCxnSpPr>
          <p:cNvPr id="463" name="Google Shape;463;p34"/>
          <p:cNvCxnSpPr>
            <a:stCxn id="461" idx="2"/>
          </p:cNvCxnSpPr>
          <p:nvPr/>
        </p:nvCxnSpPr>
        <p:spPr>
          <a:xfrm>
            <a:off x="5115550" y="2461350"/>
            <a:ext cx="0" cy="378300"/>
          </a:xfrm>
          <a:prstGeom prst="straightConnector1">
            <a:avLst/>
          </a:prstGeom>
          <a:noFill/>
          <a:ln cap="flat" cmpd="sng" w="9525">
            <a:solidFill>
              <a:schemeClr val="dk2"/>
            </a:solidFill>
            <a:prstDash val="solid"/>
            <a:round/>
            <a:headEnd len="med" w="med" type="none"/>
            <a:tailEnd len="med" w="med" type="triangle"/>
          </a:ln>
        </p:spPr>
      </p:cxnSp>
      <p:sp>
        <p:nvSpPr>
          <p:cNvPr id="464" name="Google Shape;464;p34"/>
          <p:cNvSpPr/>
          <p:nvPr/>
        </p:nvSpPr>
        <p:spPr>
          <a:xfrm>
            <a:off x="3950538" y="2839013"/>
            <a:ext cx="2330025" cy="623475"/>
          </a:xfrm>
          <a:prstGeom prst="flowChartProcess">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ja"/>
              <a:t>player.pause()</a:t>
            </a:r>
            <a:endParaRPr/>
          </a:p>
          <a:p>
            <a:pPr indent="0" lvl="0" marL="0" rtl="0" algn="l">
              <a:spcBef>
                <a:spcPts val="0"/>
              </a:spcBef>
              <a:spcAft>
                <a:spcPts val="0"/>
              </a:spcAft>
              <a:buNone/>
            </a:pPr>
            <a:r>
              <a:rPr lang="ja"/>
              <a:t>text(“Pause”, ・・・・・）</a:t>
            </a:r>
            <a:endParaRPr/>
          </a:p>
        </p:txBody>
      </p:sp>
      <p:sp>
        <p:nvSpPr>
          <p:cNvPr id="465" name="Google Shape;465;p34"/>
          <p:cNvSpPr/>
          <p:nvPr/>
        </p:nvSpPr>
        <p:spPr>
          <a:xfrm>
            <a:off x="3770363" y="764250"/>
            <a:ext cx="2690400" cy="378300"/>
          </a:xfrm>
          <a:prstGeom prst="flowChartAlternateProcess">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keyPressed()</a:t>
            </a:r>
            <a:endParaRPr/>
          </a:p>
        </p:txBody>
      </p:sp>
      <p:cxnSp>
        <p:nvCxnSpPr>
          <p:cNvPr id="466" name="Google Shape;466;p34"/>
          <p:cNvCxnSpPr/>
          <p:nvPr/>
        </p:nvCxnSpPr>
        <p:spPr>
          <a:xfrm>
            <a:off x="5115550" y="1141913"/>
            <a:ext cx="0" cy="378300"/>
          </a:xfrm>
          <a:prstGeom prst="straightConnector1">
            <a:avLst/>
          </a:prstGeom>
          <a:noFill/>
          <a:ln cap="flat" cmpd="sng" w="9525">
            <a:solidFill>
              <a:schemeClr val="dk2"/>
            </a:solidFill>
            <a:prstDash val="solid"/>
            <a:round/>
            <a:headEnd len="med" w="med" type="none"/>
            <a:tailEnd len="med" w="med" type="triangle"/>
          </a:ln>
        </p:spPr>
      </p:cxnSp>
      <p:sp>
        <p:nvSpPr>
          <p:cNvPr id="467" name="Google Shape;467;p34"/>
          <p:cNvSpPr txBox="1"/>
          <p:nvPr/>
        </p:nvSpPr>
        <p:spPr>
          <a:xfrm>
            <a:off x="5115550" y="2500106"/>
            <a:ext cx="900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a:t>Yes</a:t>
            </a:r>
            <a:endParaRPr/>
          </a:p>
        </p:txBody>
      </p:sp>
      <p:sp>
        <p:nvSpPr>
          <p:cNvPr id="468" name="Google Shape;468;p34"/>
          <p:cNvSpPr/>
          <p:nvPr/>
        </p:nvSpPr>
        <p:spPr>
          <a:xfrm>
            <a:off x="6706938" y="2839013"/>
            <a:ext cx="2330025" cy="623475"/>
          </a:xfrm>
          <a:prstGeom prst="flowChartProcess">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ja"/>
              <a:t>player.play()</a:t>
            </a:r>
            <a:endParaRPr/>
          </a:p>
          <a:p>
            <a:pPr indent="0" lvl="0" marL="0" rtl="0" algn="l">
              <a:spcBef>
                <a:spcPts val="0"/>
              </a:spcBef>
              <a:spcAft>
                <a:spcPts val="0"/>
              </a:spcAft>
              <a:buNone/>
            </a:pPr>
            <a:r>
              <a:rPr lang="ja"/>
              <a:t>text(“Playing”, ・・・・）</a:t>
            </a:r>
            <a:endParaRPr/>
          </a:p>
        </p:txBody>
      </p:sp>
      <p:cxnSp>
        <p:nvCxnSpPr>
          <p:cNvPr id="469" name="Google Shape;469;p34"/>
          <p:cNvCxnSpPr>
            <a:stCxn id="461" idx="3"/>
            <a:endCxn id="468" idx="0"/>
          </p:cNvCxnSpPr>
          <p:nvPr/>
        </p:nvCxnSpPr>
        <p:spPr>
          <a:xfrm>
            <a:off x="6706950" y="1990744"/>
            <a:ext cx="1164900" cy="848400"/>
          </a:xfrm>
          <a:prstGeom prst="bentConnector2">
            <a:avLst/>
          </a:prstGeom>
          <a:noFill/>
          <a:ln cap="flat" cmpd="sng" w="9525">
            <a:solidFill>
              <a:schemeClr val="dk2"/>
            </a:solidFill>
            <a:prstDash val="solid"/>
            <a:round/>
            <a:headEnd len="med" w="med" type="none"/>
            <a:tailEnd len="med" w="med" type="triangle"/>
          </a:ln>
        </p:spPr>
      </p:cxnSp>
      <p:sp>
        <p:nvSpPr>
          <p:cNvPr id="470" name="Google Shape;470;p34"/>
          <p:cNvSpPr txBox="1"/>
          <p:nvPr/>
        </p:nvSpPr>
        <p:spPr>
          <a:xfrm>
            <a:off x="6838950" y="1690575"/>
            <a:ext cx="900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a:t>No</a:t>
            </a:r>
            <a:endParaRPr/>
          </a:p>
        </p:txBody>
      </p:sp>
      <p:sp>
        <p:nvSpPr>
          <p:cNvPr id="471" name="Google Shape;471;p34"/>
          <p:cNvSpPr txBox="1"/>
          <p:nvPr/>
        </p:nvSpPr>
        <p:spPr>
          <a:xfrm>
            <a:off x="1792175" y="4548413"/>
            <a:ext cx="64374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2000"/>
              <a:t>Step6_1と上記コードを組み合わせる＋size(600,400)</a:t>
            </a:r>
            <a:endParaRPr sz="2000"/>
          </a:p>
        </p:txBody>
      </p:sp>
      <p:sp>
        <p:nvSpPr>
          <p:cNvPr id="472" name="Google Shape;472;p34"/>
          <p:cNvSpPr txBox="1"/>
          <p:nvPr/>
        </p:nvSpPr>
        <p:spPr>
          <a:xfrm>
            <a:off x="160900" y="129000"/>
            <a:ext cx="900900" cy="615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ja"/>
              <a:t>ess6_1ヒント</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35"/>
          <p:cNvSpPr txBox="1"/>
          <p:nvPr>
            <p:ph idx="1" type="body"/>
          </p:nvPr>
        </p:nvSpPr>
        <p:spPr>
          <a:xfrm>
            <a:off x="467544" y="582952"/>
            <a:ext cx="8229600" cy="312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560"/>
              </a:spcBef>
              <a:spcAft>
                <a:spcPts val="0"/>
              </a:spcAft>
              <a:buSzPts val="2400"/>
              <a:buNone/>
            </a:pPr>
            <a:r>
              <a:rPr lang="ja" sz="2200"/>
              <a:t>プログラムを実行すると音楽が再生し「Playing」と表示</a:t>
            </a:r>
            <a:endParaRPr sz="2200"/>
          </a:p>
          <a:p>
            <a:pPr indent="0" lvl="0" marL="0" rtl="0" algn="l">
              <a:lnSpc>
                <a:spcPct val="100000"/>
              </a:lnSpc>
              <a:spcBef>
                <a:spcPts val="560"/>
              </a:spcBef>
              <a:spcAft>
                <a:spcPts val="0"/>
              </a:spcAft>
              <a:buSzPts val="2400"/>
              <a:buNone/>
            </a:pPr>
            <a:r>
              <a:rPr lang="ja" sz="2200">
                <a:highlight>
                  <a:srgbClr val="00FF00"/>
                </a:highlight>
              </a:rPr>
              <a:t>マウス</a:t>
            </a:r>
            <a:r>
              <a:rPr lang="ja" sz="2200"/>
              <a:t>でボタンをクリックすると一時停止し「Pause」と表示</a:t>
            </a:r>
            <a:endParaRPr sz="2200"/>
          </a:p>
          <a:p>
            <a:pPr indent="0" lvl="0" marL="0" rtl="0" algn="l">
              <a:lnSpc>
                <a:spcPct val="100000"/>
              </a:lnSpc>
              <a:spcBef>
                <a:spcPts val="560"/>
              </a:spcBef>
              <a:spcAft>
                <a:spcPts val="0"/>
              </a:spcAft>
              <a:buSzPts val="2400"/>
              <a:buNone/>
            </a:pPr>
            <a:r>
              <a:rPr lang="ja" sz="2200"/>
              <a:t>再度をクリックすると一時停止し「Playing」と表示</a:t>
            </a:r>
            <a:endParaRPr sz="2200"/>
          </a:p>
        </p:txBody>
      </p:sp>
      <p:sp>
        <p:nvSpPr>
          <p:cNvPr id="479" name="Google Shape;479;p35"/>
          <p:cNvSpPr txBox="1"/>
          <p:nvPr>
            <p:ph idx="12" type="sldNum"/>
          </p:nvPr>
        </p:nvSpPr>
        <p:spPr>
          <a:xfrm>
            <a:off x="8568700" y="4038407"/>
            <a:ext cx="575400" cy="315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ja"/>
              <a:t>‹#›</a:t>
            </a:fld>
            <a:endParaRPr/>
          </a:p>
        </p:txBody>
      </p:sp>
      <p:pic>
        <p:nvPicPr>
          <p:cNvPr id="480" name="Google Shape;480;p35"/>
          <p:cNvPicPr preferRelativeResize="0"/>
          <p:nvPr/>
        </p:nvPicPr>
        <p:blipFill rotWithShape="1">
          <a:blip r:embed="rId3">
            <a:alphaModFix/>
          </a:blip>
          <a:srcRect b="0" l="0" r="0" t="0"/>
          <a:stretch/>
        </p:blipFill>
        <p:spPr>
          <a:xfrm>
            <a:off x="467549" y="2319132"/>
            <a:ext cx="2401540" cy="1845262"/>
          </a:xfrm>
          <a:prstGeom prst="rect">
            <a:avLst/>
          </a:prstGeom>
          <a:noFill/>
          <a:ln>
            <a:noFill/>
          </a:ln>
        </p:spPr>
      </p:pic>
      <p:pic>
        <p:nvPicPr>
          <p:cNvPr id="481" name="Google Shape;481;p35"/>
          <p:cNvPicPr preferRelativeResize="0"/>
          <p:nvPr/>
        </p:nvPicPr>
        <p:blipFill rotWithShape="1">
          <a:blip r:embed="rId4">
            <a:alphaModFix/>
          </a:blip>
          <a:srcRect b="0" l="0" r="0" t="0"/>
          <a:stretch/>
        </p:blipFill>
        <p:spPr>
          <a:xfrm>
            <a:off x="5142800" y="2319131"/>
            <a:ext cx="2420020" cy="1845262"/>
          </a:xfrm>
          <a:prstGeom prst="rect">
            <a:avLst/>
          </a:prstGeom>
          <a:noFill/>
          <a:ln>
            <a:noFill/>
          </a:ln>
        </p:spPr>
      </p:pic>
      <p:sp>
        <p:nvSpPr>
          <p:cNvPr id="482" name="Google Shape;482;p35"/>
          <p:cNvSpPr/>
          <p:nvPr/>
        </p:nvSpPr>
        <p:spPr>
          <a:xfrm>
            <a:off x="3874425" y="3155850"/>
            <a:ext cx="1050600" cy="334200"/>
          </a:xfrm>
          <a:prstGeom prst="lef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p35"/>
          <p:cNvSpPr txBox="1"/>
          <p:nvPr/>
        </p:nvSpPr>
        <p:spPr>
          <a:xfrm>
            <a:off x="1312125" y="4379663"/>
            <a:ext cx="1512900" cy="466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900"/>
              <a:buFont typeface="Arial"/>
              <a:buNone/>
            </a:pPr>
            <a:r>
              <a:rPr b="0" i="0" lang="ja" sz="1900" u="none" cap="none" strike="noStrike">
                <a:solidFill>
                  <a:srgbClr val="000000"/>
                </a:solidFill>
                <a:latin typeface="Arial"/>
                <a:ea typeface="Arial"/>
                <a:cs typeface="Arial"/>
                <a:sym typeface="Arial"/>
              </a:rPr>
              <a:t>player.play()</a:t>
            </a:r>
            <a:endParaRPr b="0" i="0" sz="1900" u="none" cap="none" strike="noStrike">
              <a:solidFill>
                <a:srgbClr val="000000"/>
              </a:solidFill>
              <a:latin typeface="Arial"/>
              <a:ea typeface="Arial"/>
              <a:cs typeface="Arial"/>
              <a:sym typeface="Arial"/>
            </a:endParaRPr>
          </a:p>
        </p:txBody>
      </p:sp>
      <p:sp>
        <p:nvSpPr>
          <p:cNvPr id="484" name="Google Shape;484;p35"/>
          <p:cNvSpPr txBox="1"/>
          <p:nvPr/>
        </p:nvSpPr>
        <p:spPr>
          <a:xfrm>
            <a:off x="6059100" y="4513200"/>
            <a:ext cx="1781700" cy="466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900"/>
              <a:buFont typeface="Arial"/>
              <a:buNone/>
            </a:pPr>
            <a:r>
              <a:rPr b="0" i="0" lang="ja" sz="1900" u="none" cap="none" strike="noStrike">
                <a:solidFill>
                  <a:srgbClr val="000000"/>
                </a:solidFill>
                <a:latin typeface="Arial"/>
                <a:ea typeface="Arial"/>
                <a:cs typeface="Arial"/>
                <a:sym typeface="Arial"/>
              </a:rPr>
              <a:t>player.pause()</a:t>
            </a:r>
            <a:endParaRPr b="0" i="0" sz="1900" u="none" cap="none" strike="noStrike">
              <a:solidFill>
                <a:srgbClr val="000000"/>
              </a:solidFill>
              <a:latin typeface="Arial"/>
              <a:ea typeface="Arial"/>
              <a:cs typeface="Arial"/>
              <a:sym typeface="Arial"/>
            </a:endParaRPr>
          </a:p>
        </p:txBody>
      </p:sp>
      <p:sp>
        <p:nvSpPr>
          <p:cNvPr id="485" name="Google Shape;485;p35"/>
          <p:cNvSpPr txBox="1"/>
          <p:nvPr/>
        </p:nvSpPr>
        <p:spPr>
          <a:xfrm>
            <a:off x="5458000" y="4272029"/>
            <a:ext cx="3110700" cy="466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rPr b="0" i="0" lang="ja" sz="1700" u="none" cap="none" strike="noStrike">
                <a:solidFill>
                  <a:srgbClr val="000000"/>
                </a:solidFill>
                <a:latin typeface="Arial"/>
                <a:ea typeface="Arial"/>
                <a:cs typeface="Arial"/>
                <a:sym typeface="Arial"/>
              </a:rPr>
              <a:t>if player.isPlaying() == True :</a:t>
            </a:r>
            <a:endParaRPr b="0" i="0" sz="1700" u="none" cap="none" strike="noStrike">
              <a:solidFill>
                <a:srgbClr val="000000"/>
              </a:solidFill>
              <a:latin typeface="Arial"/>
              <a:ea typeface="Arial"/>
              <a:cs typeface="Arial"/>
              <a:sym typeface="Arial"/>
            </a:endParaRPr>
          </a:p>
        </p:txBody>
      </p:sp>
      <p:sp>
        <p:nvSpPr>
          <p:cNvPr id="486" name="Google Shape;486;p35"/>
          <p:cNvSpPr txBox="1"/>
          <p:nvPr/>
        </p:nvSpPr>
        <p:spPr>
          <a:xfrm>
            <a:off x="5434450" y="4121597"/>
            <a:ext cx="3110700" cy="466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0" i="0" lang="ja" sz="1300" u="none" cap="none" strike="noStrike">
                <a:solidFill>
                  <a:srgbClr val="000000"/>
                </a:solidFill>
                <a:latin typeface="Arial"/>
                <a:ea typeface="Arial"/>
                <a:cs typeface="Arial"/>
                <a:sym typeface="Arial"/>
              </a:rPr>
              <a:t>もしプレイ中だったらポーズにする</a:t>
            </a:r>
            <a:endParaRPr b="0" i="0" sz="800" u="none" cap="none" strike="noStrike">
              <a:solidFill>
                <a:srgbClr val="000000"/>
              </a:solidFill>
              <a:latin typeface="Arial"/>
              <a:ea typeface="Arial"/>
              <a:cs typeface="Arial"/>
              <a:sym typeface="Arial"/>
            </a:endParaRPr>
          </a:p>
        </p:txBody>
      </p:sp>
      <p:sp>
        <p:nvSpPr>
          <p:cNvPr id="487" name="Google Shape;487;p35"/>
          <p:cNvSpPr txBox="1"/>
          <p:nvPr/>
        </p:nvSpPr>
        <p:spPr>
          <a:xfrm>
            <a:off x="441000" y="1695263"/>
            <a:ext cx="3000000" cy="334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def keyPressed() :</a:t>
            </a:r>
            <a:endParaRPr b="0" i="0" sz="1400" u="none" cap="none" strike="noStrike">
              <a:solidFill>
                <a:srgbClr val="000000"/>
              </a:solidFill>
              <a:latin typeface="Arial"/>
              <a:ea typeface="Arial"/>
              <a:cs typeface="Arial"/>
              <a:sym typeface="Arial"/>
            </a:endParaRPr>
          </a:p>
        </p:txBody>
      </p:sp>
      <p:sp>
        <p:nvSpPr>
          <p:cNvPr id="488" name="Google Shape;488;p35"/>
          <p:cNvSpPr/>
          <p:nvPr/>
        </p:nvSpPr>
        <p:spPr>
          <a:xfrm>
            <a:off x="564000" y="2464463"/>
            <a:ext cx="748200" cy="214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ボタン</a:t>
            </a:r>
            <a:endParaRPr b="0" i="0" sz="1400" u="none" cap="none" strike="noStrike">
              <a:solidFill>
                <a:srgbClr val="000000"/>
              </a:solidFill>
              <a:latin typeface="Arial"/>
              <a:ea typeface="Arial"/>
              <a:cs typeface="Arial"/>
              <a:sym typeface="Arial"/>
            </a:endParaRPr>
          </a:p>
        </p:txBody>
      </p:sp>
      <p:sp>
        <p:nvSpPr>
          <p:cNvPr id="489" name="Google Shape;489;p35"/>
          <p:cNvSpPr/>
          <p:nvPr/>
        </p:nvSpPr>
        <p:spPr>
          <a:xfrm>
            <a:off x="5236625" y="2464331"/>
            <a:ext cx="748200" cy="214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ボタン</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36"/>
          <p:cNvSpPr txBox="1"/>
          <p:nvPr>
            <p:ph type="title"/>
          </p:nvPr>
        </p:nvSpPr>
        <p:spPr>
          <a:xfrm>
            <a:off x="457200" y="1349521"/>
            <a:ext cx="8229600" cy="1237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ja"/>
              <a:t>波形の表示</a:t>
            </a:r>
            <a:endParaRPr/>
          </a:p>
        </p:txBody>
      </p:sp>
      <p:sp>
        <p:nvSpPr>
          <p:cNvPr id="496" name="Google Shape;496;p36"/>
          <p:cNvSpPr txBox="1"/>
          <p:nvPr>
            <p:ph idx="12" type="sldNum"/>
          </p:nvPr>
        </p:nvSpPr>
        <p:spPr>
          <a:xfrm>
            <a:off x="8556784" y="4036474"/>
            <a:ext cx="548700" cy="328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ja"/>
              <a:t>‹#›</a:t>
            </a:fld>
            <a:endParaRPr/>
          </a:p>
        </p:txBody>
      </p:sp>
      <p:pic>
        <p:nvPicPr>
          <p:cNvPr id="497" name="Google Shape;497;p36"/>
          <p:cNvPicPr preferRelativeResize="0"/>
          <p:nvPr/>
        </p:nvPicPr>
        <p:blipFill rotWithShape="1">
          <a:blip r:embed="rId3">
            <a:alphaModFix/>
          </a:blip>
          <a:srcRect b="0" l="0" r="53076" t="0"/>
          <a:stretch/>
        </p:blipFill>
        <p:spPr>
          <a:xfrm>
            <a:off x="3641575" y="996600"/>
            <a:ext cx="5138127" cy="315030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37"/>
          <p:cNvSpPr txBox="1"/>
          <p:nvPr>
            <p:ph type="title"/>
          </p:nvPr>
        </p:nvSpPr>
        <p:spPr>
          <a:xfrm>
            <a:off x="457200" y="87469"/>
            <a:ext cx="7366200" cy="378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3000"/>
              <a:buNone/>
            </a:pPr>
            <a:r>
              <a:rPr lang="ja"/>
              <a:t>直線を描画する関数 line</a:t>
            </a:r>
            <a:endParaRPr/>
          </a:p>
          <a:p>
            <a:pPr indent="0" lvl="0" marL="0" rtl="0" algn="ctr">
              <a:lnSpc>
                <a:spcPct val="100000"/>
              </a:lnSpc>
              <a:spcBef>
                <a:spcPts val="0"/>
              </a:spcBef>
              <a:spcAft>
                <a:spcPts val="0"/>
              </a:spcAft>
              <a:buSzPts val="3000"/>
              <a:buNone/>
            </a:pPr>
            <a:r>
              <a:t/>
            </a:r>
            <a:endParaRPr/>
          </a:p>
        </p:txBody>
      </p:sp>
      <p:sp>
        <p:nvSpPr>
          <p:cNvPr id="504" name="Google Shape;504;p37"/>
          <p:cNvSpPr txBox="1"/>
          <p:nvPr>
            <p:ph idx="1" type="body"/>
          </p:nvPr>
        </p:nvSpPr>
        <p:spPr>
          <a:xfrm>
            <a:off x="457200" y="528872"/>
            <a:ext cx="8229600" cy="4116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ja" sz="2800"/>
              <a:t>     strokeWeight(2) # 線の太さを設定</a:t>
            </a:r>
            <a:endParaRPr sz="2800"/>
          </a:p>
          <a:p>
            <a:pPr indent="0" lvl="0" marL="0" rtl="0" algn="l">
              <a:lnSpc>
                <a:spcPct val="100000"/>
              </a:lnSpc>
              <a:spcBef>
                <a:spcPts val="0"/>
              </a:spcBef>
              <a:spcAft>
                <a:spcPts val="0"/>
              </a:spcAft>
              <a:buClr>
                <a:schemeClr val="dk1"/>
              </a:buClr>
              <a:buSzPts val="1100"/>
              <a:buFont typeface="Arial"/>
              <a:buNone/>
            </a:pPr>
            <a:r>
              <a:rPr lang="ja" sz="2800"/>
              <a:t>     stroke(0, 255, 0) # Left の線の色を設定</a:t>
            </a:r>
            <a:endParaRPr sz="2800"/>
          </a:p>
          <a:p>
            <a:pPr indent="0" lvl="0" marL="0" rtl="0" algn="l">
              <a:lnSpc>
                <a:spcPct val="100000"/>
              </a:lnSpc>
              <a:spcBef>
                <a:spcPts val="0"/>
              </a:spcBef>
              <a:spcAft>
                <a:spcPts val="0"/>
              </a:spcAft>
              <a:buClr>
                <a:schemeClr val="dk1"/>
              </a:buClr>
              <a:buSzPts val="1100"/>
              <a:buFont typeface="Arial"/>
              <a:buNone/>
            </a:pPr>
            <a:r>
              <a:rPr lang="ja" sz="2800"/>
              <a:t>     </a:t>
            </a:r>
            <a:r>
              <a:rPr b="1" lang="ja" sz="2800"/>
              <a:t>line</a:t>
            </a:r>
            <a:r>
              <a:rPr lang="ja" sz="2800"/>
              <a:t>(x1, y1, x2, y2)</a:t>
            </a:r>
            <a:endParaRPr sz="2800"/>
          </a:p>
          <a:p>
            <a:pPr indent="0" lvl="0" marL="0" rtl="0" algn="l">
              <a:lnSpc>
                <a:spcPct val="100000"/>
              </a:lnSpc>
              <a:spcBef>
                <a:spcPts val="0"/>
              </a:spcBef>
              <a:spcAft>
                <a:spcPts val="0"/>
              </a:spcAft>
              <a:buClr>
                <a:schemeClr val="dk1"/>
              </a:buClr>
              <a:buSzPts val="1100"/>
              <a:buFont typeface="Arial"/>
              <a:buNone/>
            </a:pPr>
            <a:r>
              <a:t/>
            </a:r>
            <a:endParaRPr sz="2800"/>
          </a:p>
          <a:p>
            <a:pPr indent="0" lvl="0" marL="0" rtl="0" algn="l">
              <a:lnSpc>
                <a:spcPct val="100000"/>
              </a:lnSpc>
              <a:spcBef>
                <a:spcPts val="0"/>
              </a:spcBef>
              <a:spcAft>
                <a:spcPts val="0"/>
              </a:spcAft>
              <a:buClr>
                <a:schemeClr val="dk1"/>
              </a:buClr>
              <a:buSzPts val="1100"/>
              <a:buFont typeface="Arial"/>
              <a:buNone/>
            </a:pPr>
            <a:r>
              <a:rPr lang="ja" sz="2800"/>
              <a:t>  </a:t>
            </a:r>
            <a:r>
              <a:rPr lang="ja" sz="1400">
                <a:latin typeface="Arial"/>
                <a:ea typeface="Arial"/>
                <a:cs typeface="Arial"/>
                <a:sym typeface="Arial"/>
              </a:rPr>
              <a:t> </a:t>
            </a:r>
            <a:r>
              <a:rPr lang="ja" sz="2000">
                <a:latin typeface="Arial"/>
                <a:ea typeface="Arial"/>
                <a:cs typeface="Arial"/>
                <a:sym typeface="Arial"/>
              </a:rPr>
              <a:t>line</a:t>
            </a:r>
            <a:r>
              <a:rPr lang="ja" sz="1900">
                <a:latin typeface="Arial"/>
                <a:ea typeface="Arial"/>
                <a:cs typeface="Arial"/>
                <a:sym typeface="Arial"/>
              </a:rPr>
              <a:t>(i-1, </a:t>
            </a:r>
            <a:r>
              <a:rPr lang="ja" sz="1900">
                <a:solidFill>
                  <a:srgbClr val="0000FF"/>
                </a:solidFill>
                <a:latin typeface="Arial"/>
                <a:ea typeface="Arial"/>
                <a:cs typeface="Arial"/>
                <a:sym typeface="Arial"/>
              </a:rPr>
              <a:t>previous_volume*amp</a:t>
            </a:r>
            <a:r>
              <a:rPr lang="ja" sz="1900">
                <a:latin typeface="Arial"/>
                <a:ea typeface="Arial"/>
                <a:cs typeface="Arial"/>
                <a:sym typeface="Arial"/>
              </a:rPr>
              <a:t>, i,</a:t>
            </a:r>
            <a:r>
              <a:rPr lang="ja" sz="1900">
                <a:solidFill>
                  <a:srgbClr val="FF0000"/>
                </a:solidFill>
                <a:latin typeface="Arial"/>
                <a:ea typeface="Arial"/>
                <a:cs typeface="Arial"/>
                <a:sym typeface="Arial"/>
              </a:rPr>
              <a:t>current_volume*amp</a:t>
            </a:r>
            <a:r>
              <a:rPr lang="ja" sz="1900">
                <a:latin typeface="Arial"/>
                <a:ea typeface="Arial"/>
                <a:cs typeface="Arial"/>
                <a:sym typeface="Arial"/>
              </a:rPr>
              <a:t>)</a:t>
            </a:r>
            <a:endParaRPr b="1" sz="3300"/>
          </a:p>
          <a:p>
            <a:pPr indent="0" lvl="0" marL="0" rtl="0" algn="l">
              <a:lnSpc>
                <a:spcPct val="100000"/>
              </a:lnSpc>
              <a:spcBef>
                <a:spcPts val="0"/>
              </a:spcBef>
              <a:spcAft>
                <a:spcPts val="0"/>
              </a:spcAft>
              <a:buClr>
                <a:schemeClr val="dk1"/>
              </a:buClr>
              <a:buSzPts val="1100"/>
              <a:buFont typeface="Arial"/>
              <a:buNone/>
            </a:pPr>
            <a:r>
              <a:rPr lang="ja" sz="2800"/>
              <a:t>   </a:t>
            </a:r>
            <a:endParaRPr sz="4100"/>
          </a:p>
        </p:txBody>
      </p:sp>
      <p:sp>
        <p:nvSpPr>
          <p:cNvPr id="505" name="Google Shape;505;p37"/>
          <p:cNvSpPr txBox="1"/>
          <p:nvPr>
            <p:ph idx="12" type="sldNum"/>
          </p:nvPr>
        </p:nvSpPr>
        <p:spPr>
          <a:xfrm>
            <a:off x="8568700" y="4038407"/>
            <a:ext cx="575400" cy="315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ja"/>
              <a:t>‹#›</a:t>
            </a:fld>
            <a:endParaRPr/>
          </a:p>
        </p:txBody>
      </p:sp>
      <p:cxnSp>
        <p:nvCxnSpPr>
          <p:cNvPr id="506" name="Google Shape;506;p37"/>
          <p:cNvCxnSpPr/>
          <p:nvPr/>
        </p:nvCxnSpPr>
        <p:spPr>
          <a:xfrm flipH="1" rot="10800000">
            <a:off x="169925" y="4075369"/>
            <a:ext cx="1233000" cy="654600"/>
          </a:xfrm>
          <a:prstGeom prst="straightConnector1">
            <a:avLst/>
          </a:prstGeom>
          <a:noFill/>
          <a:ln cap="flat" cmpd="sng" w="28575">
            <a:solidFill>
              <a:schemeClr val="dk2"/>
            </a:solidFill>
            <a:prstDash val="solid"/>
            <a:round/>
            <a:headEnd len="sm" w="sm" type="none"/>
            <a:tailEnd len="sm" w="sm" type="none"/>
          </a:ln>
        </p:spPr>
      </p:cxnSp>
      <p:cxnSp>
        <p:nvCxnSpPr>
          <p:cNvPr id="507" name="Google Shape;507;p37"/>
          <p:cNvCxnSpPr/>
          <p:nvPr/>
        </p:nvCxnSpPr>
        <p:spPr>
          <a:xfrm rot="10800000">
            <a:off x="1389275" y="4085606"/>
            <a:ext cx="1565400" cy="270300"/>
          </a:xfrm>
          <a:prstGeom prst="straightConnector1">
            <a:avLst/>
          </a:prstGeom>
          <a:noFill/>
          <a:ln cap="flat" cmpd="sng" w="28575">
            <a:solidFill>
              <a:schemeClr val="dk2"/>
            </a:solidFill>
            <a:prstDash val="solid"/>
            <a:round/>
            <a:headEnd len="sm" w="sm" type="none"/>
            <a:tailEnd len="sm" w="sm" type="none"/>
          </a:ln>
        </p:spPr>
      </p:cxnSp>
      <p:sp>
        <p:nvSpPr>
          <p:cNvPr id="508" name="Google Shape;508;p37"/>
          <p:cNvSpPr txBox="1"/>
          <p:nvPr/>
        </p:nvSpPr>
        <p:spPr>
          <a:xfrm>
            <a:off x="898250" y="3775294"/>
            <a:ext cx="11886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0000FF"/>
                </a:solidFill>
                <a:latin typeface="Arial"/>
                <a:ea typeface="Arial"/>
                <a:cs typeface="Arial"/>
                <a:sym typeface="Arial"/>
              </a:rPr>
              <a:t>1つ前の位置</a:t>
            </a:r>
            <a:endParaRPr b="0" i="0" sz="1400" u="none" cap="none" strike="noStrike">
              <a:solidFill>
                <a:srgbClr val="0000FF"/>
              </a:solidFill>
              <a:latin typeface="Arial"/>
              <a:ea typeface="Arial"/>
              <a:cs typeface="Arial"/>
              <a:sym typeface="Arial"/>
            </a:endParaRPr>
          </a:p>
        </p:txBody>
      </p:sp>
      <p:sp>
        <p:nvSpPr>
          <p:cNvPr id="509" name="Google Shape;509;p37"/>
          <p:cNvSpPr txBox="1"/>
          <p:nvPr/>
        </p:nvSpPr>
        <p:spPr>
          <a:xfrm>
            <a:off x="2563200" y="4421550"/>
            <a:ext cx="11886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FF0000"/>
                </a:solidFill>
                <a:latin typeface="Arial"/>
                <a:ea typeface="Arial"/>
                <a:cs typeface="Arial"/>
                <a:sym typeface="Arial"/>
              </a:rPr>
              <a:t>現在の位置</a:t>
            </a:r>
            <a:endParaRPr b="0" i="0" sz="1400" u="none" cap="none" strike="noStrike">
              <a:solidFill>
                <a:srgbClr val="FF0000"/>
              </a:solidFill>
              <a:latin typeface="Arial"/>
              <a:ea typeface="Arial"/>
              <a:cs typeface="Arial"/>
              <a:sym typeface="Arial"/>
            </a:endParaRPr>
          </a:p>
        </p:txBody>
      </p:sp>
      <p:sp>
        <p:nvSpPr>
          <p:cNvPr id="510" name="Google Shape;510;p37"/>
          <p:cNvSpPr txBox="1"/>
          <p:nvPr/>
        </p:nvSpPr>
        <p:spPr>
          <a:xfrm>
            <a:off x="-46050" y="4721691"/>
            <a:ext cx="11886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2つ前の位置</a:t>
            </a:r>
            <a:endParaRPr b="0" i="0" sz="1400" u="none" cap="none" strike="noStrike">
              <a:solidFill>
                <a:srgbClr val="000000"/>
              </a:solidFill>
              <a:latin typeface="Arial"/>
              <a:ea typeface="Arial"/>
              <a:cs typeface="Arial"/>
              <a:sym typeface="Arial"/>
            </a:endParaRPr>
          </a:p>
        </p:txBody>
      </p:sp>
      <p:sp>
        <p:nvSpPr>
          <p:cNvPr id="511" name="Google Shape;511;p37"/>
          <p:cNvSpPr txBox="1"/>
          <p:nvPr/>
        </p:nvSpPr>
        <p:spPr>
          <a:xfrm>
            <a:off x="4308750" y="4219144"/>
            <a:ext cx="2848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直線を繋いで波形を表現</a:t>
            </a:r>
            <a:endParaRPr b="0" i="0" sz="1400" u="none" cap="none" strike="noStrike">
              <a:solidFill>
                <a:srgbClr val="000000"/>
              </a:solidFill>
              <a:latin typeface="Arial"/>
              <a:ea typeface="Arial"/>
              <a:cs typeface="Arial"/>
              <a:sym typeface="Arial"/>
            </a:endParaRPr>
          </a:p>
        </p:txBody>
      </p:sp>
      <p:cxnSp>
        <p:nvCxnSpPr>
          <p:cNvPr id="512" name="Google Shape;512;p37"/>
          <p:cNvCxnSpPr>
            <a:stCxn id="508" idx="0"/>
          </p:cNvCxnSpPr>
          <p:nvPr/>
        </p:nvCxnSpPr>
        <p:spPr>
          <a:xfrm flipH="1" rot="10800000">
            <a:off x="1492550" y="2238694"/>
            <a:ext cx="1231800" cy="1536600"/>
          </a:xfrm>
          <a:prstGeom prst="straightConnector1">
            <a:avLst/>
          </a:prstGeom>
          <a:noFill/>
          <a:ln cap="flat" cmpd="sng" w="9525">
            <a:solidFill>
              <a:schemeClr val="dk2"/>
            </a:solidFill>
            <a:prstDash val="solid"/>
            <a:round/>
            <a:headEnd len="sm" w="sm" type="none"/>
            <a:tailEnd len="med" w="med" type="triangle"/>
          </a:ln>
        </p:spPr>
      </p:cxnSp>
      <p:cxnSp>
        <p:nvCxnSpPr>
          <p:cNvPr id="513" name="Google Shape;513;p37"/>
          <p:cNvCxnSpPr>
            <a:stCxn id="509" idx="0"/>
          </p:cNvCxnSpPr>
          <p:nvPr/>
        </p:nvCxnSpPr>
        <p:spPr>
          <a:xfrm flipH="1" rot="10800000">
            <a:off x="3157500" y="2238750"/>
            <a:ext cx="1826100" cy="2182800"/>
          </a:xfrm>
          <a:prstGeom prst="straightConnector1">
            <a:avLst/>
          </a:prstGeom>
          <a:noFill/>
          <a:ln cap="flat" cmpd="sng" w="9525">
            <a:solidFill>
              <a:schemeClr val="dk2"/>
            </a:solidFill>
            <a:prstDash val="solid"/>
            <a:round/>
            <a:headEnd len="sm" w="sm" type="none"/>
            <a:tailEnd len="med" w="med" type="triangle"/>
          </a:ln>
        </p:spPr>
      </p:cxnSp>
      <p:cxnSp>
        <p:nvCxnSpPr>
          <p:cNvPr id="514" name="Google Shape;514;p37"/>
          <p:cNvCxnSpPr/>
          <p:nvPr/>
        </p:nvCxnSpPr>
        <p:spPr>
          <a:xfrm>
            <a:off x="5903650" y="3012863"/>
            <a:ext cx="1930800" cy="724200"/>
          </a:xfrm>
          <a:prstGeom prst="straightConnector1">
            <a:avLst/>
          </a:prstGeom>
          <a:noFill/>
          <a:ln cap="flat" cmpd="sng" w="9525">
            <a:solidFill>
              <a:schemeClr val="dk2"/>
            </a:solidFill>
            <a:prstDash val="solid"/>
            <a:round/>
            <a:headEnd len="med" w="med" type="diamond"/>
            <a:tailEnd len="med" w="med" type="diamond"/>
          </a:ln>
        </p:spPr>
      </p:cxnSp>
      <p:sp>
        <p:nvSpPr>
          <p:cNvPr id="515" name="Google Shape;515;p37"/>
          <p:cNvSpPr txBox="1"/>
          <p:nvPr/>
        </p:nvSpPr>
        <p:spPr>
          <a:xfrm>
            <a:off x="5437575" y="2694506"/>
            <a:ext cx="998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a:t>(x1, y1)</a:t>
            </a:r>
            <a:endParaRPr/>
          </a:p>
        </p:txBody>
      </p:sp>
      <p:sp>
        <p:nvSpPr>
          <p:cNvPr id="516" name="Google Shape;516;p37"/>
          <p:cNvSpPr txBox="1"/>
          <p:nvPr/>
        </p:nvSpPr>
        <p:spPr>
          <a:xfrm>
            <a:off x="7570000" y="3775294"/>
            <a:ext cx="998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a:t>(x2, y2)</a:t>
            </a:r>
            <a:endParaRPr/>
          </a:p>
        </p:txBody>
      </p:sp>
      <p:sp>
        <p:nvSpPr>
          <p:cNvPr id="517" name="Google Shape;517;p37"/>
          <p:cNvSpPr txBox="1"/>
          <p:nvPr/>
        </p:nvSpPr>
        <p:spPr>
          <a:xfrm>
            <a:off x="1352350" y="1733231"/>
            <a:ext cx="550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a:t>x1                     y1                            x2                     y2</a:t>
            </a:r>
            <a:endParaRPr/>
          </a:p>
        </p:txBody>
      </p:sp>
      <p:sp>
        <p:nvSpPr>
          <p:cNvPr id="518" name="Google Shape;518;p37"/>
          <p:cNvSpPr txBox="1"/>
          <p:nvPr/>
        </p:nvSpPr>
        <p:spPr>
          <a:xfrm>
            <a:off x="294075" y="1733231"/>
            <a:ext cx="807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a:t>例）</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38"/>
          <p:cNvSpPr txBox="1"/>
          <p:nvPr>
            <p:ph idx="1" type="body"/>
          </p:nvPr>
        </p:nvSpPr>
        <p:spPr>
          <a:xfrm>
            <a:off x="467544" y="582952"/>
            <a:ext cx="8229600" cy="312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560"/>
              </a:spcBef>
              <a:spcAft>
                <a:spcPts val="0"/>
              </a:spcAft>
              <a:buSzPts val="2400"/>
              <a:buNone/>
            </a:pPr>
            <a:r>
              <a:rPr lang="ja" sz="2200"/>
              <a:t>左チャンネルの音信号データの波形表示をおこなうプログラムを作成しましょう</a:t>
            </a:r>
            <a:endParaRPr sz="2200"/>
          </a:p>
          <a:p>
            <a:pPr indent="0" lvl="0" marL="0" rtl="0" algn="l">
              <a:lnSpc>
                <a:spcPct val="100000"/>
              </a:lnSpc>
              <a:spcBef>
                <a:spcPts val="560"/>
              </a:spcBef>
              <a:spcAft>
                <a:spcPts val="0"/>
              </a:spcAft>
              <a:buSzPts val="2400"/>
              <a:buNone/>
            </a:pPr>
            <a:r>
              <a:t/>
            </a:r>
            <a:endParaRPr sz="2200"/>
          </a:p>
          <a:p>
            <a:pPr indent="0" lvl="0" marL="0" rtl="0" algn="l">
              <a:lnSpc>
                <a:spcPct val="100000"/>
              </a:lnSpc>
              <a:spcBef>
                <a:spcPts val="560"/>
              </a:spcBef>
              <a:spcAft>
                <a:spcPts val="0"/>
              </a:spcAft>
              <a:buSzPts val="2400"/>
              <a:buNone/>
            </a:pPr>
            <a:r>
              <a:t/>
            </a:r>
            <a:endParaRPr sz="2200"/>
          </a:p>
          <a:p>
            <a:pPr indent="0" lvl="0" marL="0" rtl="0" algn="l">
              <a:lnSpc>
                <a:spcPct val="100000"/>
              </a:lnSpc>
              <a:spcBef>
                <a:spcPts val="560"/>
              </a:spcBef>
              <a:spcAft>
                <a:spcPts val="0"/>
              </a:spcAft>
              <a:buSzPts val="2400"/>
              <a:buNone/>
            </a:pPr>
            <a:r>
              <a:t/>
            </a:r>
            <a:endParaRPr sz="2200"/>
          </a:p>
        </p:txBody>
      </p:sp>
      <p:sp>
        <p:nvSpPr>
          <p:cNvPr id="525" name="Google Shape;525;p38"/>
          <p:cNvSpPr txBox="1"/>
          <p:nvPr>
            <p:ph idx="12" type="sldNum"/>
          </p:nvPr>
        </p:nvSpPr>
        <p:spPr>
          <a:xfrm>
            <a:off x="8568700" y="4038407"/>
            <a:ext cx="575400" cy="315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ja"/>
              <a:t>‹#›</a:t>
            </a:fld>
            <a:endParaRPr/>
          </a:p>
        </p:txBody>
      </p:sp>
      <p:sp>
        <p:nvSpPr>
          <p:cNvPr id="526" name="Google Shape;526;p38"/>
          <p:cNvSpPr txBox="1"/>
          <p:nvPr/>
        </p:nvSpPr>
        <p:spPr>
          <a:xfrm>
            <a:off x="467550" y="53588"/>
            <a:ext cx="1682400" cy="378000"/>
          </a:xfrm>
          <a:prstGeom prst="rect">
            <a:avLst/>
          </a:prstGeom>
          <a:solidFill>
            <a:srgbClr val="FFFFFF"/>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1" lang="ja" sz="2500">
                <a:solidFill>
                  <a:schemeClr val="dk1"/>
                </a:solidFill>
              </a:rPr>
              <a:t>step</a:t>
            </a:r>
            <a:r>
              <a:rPr b="1" i="0" lang="ja" sz="2500" u="none" cap="none" strike="noStrike">
                <a:solidFill>
                  <a:schemeClr val="dk1"/>
                </a:solidFill>
                <a:latin typeface="Arial"/>
                <a:ea typeface="Arial"/>
                <a:cs typeface="Arial"/>
                <a:sym typeface="Arial"/>
              </a:rPr>
              <a:t>6_</a:t>
            </a:r>
            <a:r>
              <a:rPr b="1" lang="ja" sz="2500">
                <a:solidFill>
                  <a:schemeClr val="dk1"/>
                </a:solidFill>
              </a:rPr>
              <a:t>2</a:t>
            </a:r>
            <a:endParaRPr b="1" i="0" sz="2500" u="none" cap="none" strike="noStrike">
              <a:solidFill>
                <a:srgbClr val="000000"/>
              </a:solidFill>
              <a:latin typeface="Arial"/>
              <a:ea typeface="Arial"/>
              <a:cs typeface="Arial"/>
              <a:sym typeface="Arial"/>
            </a:endParaRPr>
          </a:p>
        </p:txBody>
      </p:sp>
      <p:sp>
        <p:nvSpPr>
          <p:cNvPr id="527" name="Google Shape;527;p38"/>
          <p:cNvSpPr txBox="1"/>
          <p:nvPr/>
        </p:nvSpPr>
        <p:spPr>
          <a:xfrm>
            <a:off x="542450" y="1241625"/>
            <a:ext cx="7722900" cy="511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ja" sz="1000"/>
              <a:t>add_library('Minim')</a:t>
            </a:r>
            <a:endParaRPr sz="1000"/>
          </a:p>
          <a:p>
            <a:pPr indent="0" lvl="0" marL="0" rtl="0" algn="l">
              <a:spcBef>
                <a:spcPts val="0"/>
              </a:spcBef>
              <a:spcAft>
                <a:spcPts val="0"/>
              </a:spcAft>
              <a:buClr>
                <a:schemeClr val="dk1"/>
              </a:buClr>
              <a:buSzPts val="1100"/>
              <a:buFont typeface="Arial"/>
              <a:buNone/>
            </a:pPr>
            <a:r>
              <a:t/>
            </a:r>
            <a:endParaRPr sz="1000"/>
          </a:p>
          <a:p>
            <a:pPr indent="0" lvl="0" marL="0" rtl="0" algn="l">
              <a:spcBef>
                <a:spcPts val="0"/>
              </a:spcBef>
              <a:spcAft>
                <a:spcPts val="0"/>
              </a:spcAft>
              <a:buClr>
                <a:schemeClr val="dk1"/>
              </a:buClr>
              <a:buSzPts val="1100"/>
              <a:buFont typeface="Arial"/>
              <a:buNone/>
            </a:pPr>
            <a:r>
              <a:rPr lang="ja" sz="1000"/>
              <a:t>amp = 400.0 </a:t>
            </a:r>
            <a:r>
              <a:rPr lang="ja" sz="1000">
                <a:solidFill>
                  <a:schemeClr val="dk1"/>
                </a:solidFill>
              </a:rPr>
              <a:t># Soundファイルから入力された信号の増幅率を設定</a:t>
            </a:r>
            <a:endParaRPr sz="1000"/>
          </a:p>
          <a:p>
            <a:pPr indent="0" lvl="0" marL="0" rtl="0" algn="l">
              <a:spcBef>
                <a:spcPts val="0"/>
              </a:spcBef>
              <a:spcAft>
                <a:spcPts val="0"/>
              </a:spcAft>
              <a:buClr>
                <a:schemeClr val="dk1"/>
              </a:buClr>
              <a:buSzPts val="1100"/>
              <a:buFont typeface="Arial"/>
              <a:buNone/>
            </a:pPr>
            <a:r>
              <a:t/>
            </a:r>
            <a:endParaRPr sz="1000"/>
          </a:p>
          <a:p>
            <a:pPr indent="0" lvl="0" marL="0" rtl="0" algn="l">
              <a:spcBef>
                <a:spcPts val="0"/>
              </a:spcBef>
              <a:spcAft>
                <a:spcPts val="0"/>
              </a:spcAft>
              <a:buClr>
                <a:schemeClr val="dk1"/>
              </a:buClr>
              <a:buSzPts val="1100"/>
              <a:buFont typeface="Arial"/>
              <a:buNone/>
            </a:pPr>
            <a:r>
              <a:rPr lang="ja" sz="1000"/>
              <a:t>def setup():</a:t>
            </a:r>
            <a:endParaRPr sz="1000"/>
          </a:p>
          <a:p>
            <a:pPr indent="0" lvl="0" marL="0" rtl="0" algn="l">
              <a:spcBef>
                <a:spcPts val="0"/>
              </a:spcBef>
              <a:spcAft>
                <a:spcPts val="0"/>
              </a:spcAft>
              <a:buClr>
                <a:schemeClr val="dk1"/>
              </a:buClr>
              <a:buSzPts val="1100"/>
              <a:buFont typeface="Arial"/>
              <a:buNone/>
            </a:pPr>
            <a:r>
              <a:rPr lang="ja" sz="1000"/>
              <a:t>    # グローバル変数</a:t>
            </a:r>
            <a:endParaRPr sz="1000"/>
          </a:p>
          <a:p>
            <a:pPr indent="0" lvl="0" marL="0" rtl="0" algn="l">
              <a:spcBef>
                <a:spcPts val="0"/>
              </a:spcBef>
              <a:spcAft>
                <a:spcPts val="0"/>
              </a:spcAft>
              <a:buClr>
                <a:schemeClr val="dk1"/>
              </a:buClr>
              <a:buSzPts val="1100"/>
              <a:buFont typeface="Arial"/>
              <a:buNone/>
            </a:pPr>
            <a:r>
              <a:rPr lang="ja" sz="1000"/>
              <a:t>    global minim, player</a:t>
            </a:r>
            <a:endParaRPr sz="1000"/>
          </a:p>
          <a:p>
            <a:pPr indent="0" lvl="0" marL="0" rtl="0" algn="l">
              <a:spcBef>
                <a:spcPts val="0"/>
              </a:spcBef>
              <a:spcAft>
                <a:spcPts val="0"/>
              </a:spcAft>
              <a:buClr>
                <a:schemeClr val="dk1"/>
              </a:buClr>
              <a:buSzPts val="1100"/>
              <a:buFont typeface="Arial"/>
              <a:buNone/>
            </a:pPr>
            <a:r>
              <a:rPr lang="ja" sz="1000"/>
              <a:t>        </a:t>
            </a:r>
            <a:endParaRPr sz="1000"/>
          </a:p>
          <a:p>
            <a:pPr indent="0" lvl="0" marL="0" rtl="0" algn="l">
              <a:spcBef>
                <a:spcPts val="0"/>
              </a:spcBef>
              <a:spcAft>
                <a:spcPts val="0"/>
              </a:spcAft>
              <a:buClr>
                <a:schemeClr val="dk1"/>
              </a:buClr>
              <a:buSzPts val="1100"/>
              <a:buFont typeface="Arial"/>
              <a:buNone/>
            </a:pPr>
            <a:r>
              <a:rPr lang="ja" sz="1000"/>
              <a:t>    size(800,200)</a:t>
            </a:r>
            <a:endParaRPr sz="1000"/>
          </a:p>
          <a:p>
            <a:pPr indent="0" lvl="0" marL="0" rtl="0" algn="l">
              <a:spcBef>
                <a:spcPts val="0"/>
              </a:spcBef>
              <a:spcAft>
                <a:spcPts val="0"/>
              </a:spcAft>
              <a:buClr>
                <a:schemeClr val="dk1"/>
              </a:buClr>
              <a:buSzPts val="1100"/>
              <a:buFont typeface="Arial"/>
              <a:buNone/>
            </a:pPr>
            <a:r>
              <a:rPr lang="ja" sz="1000"/>
              <a:t>    </a:t>
            </a:r>
            <a:endParaRPr sz="1000"/>
          </a:p>
          <a:p>
            <a:pPr indent="0" lvl="0" marL="0" rtl="0" algn="l">
              <a:spcBef>
                <a:spcPts val="0"/>
              </a:spcBef>
              <a:spcAft>
                <a:spcPts val="0"/>
              </a:spcAft>
              <a:buClr>
                <a:schemeClr val="dk1"/>
              </a:buClr>
              <a:buSzPts val="1100"/>
              <a:buFont typeface="Arial"/>
              <a:buNone/>
            </a:pPr>
            <a:r>
              <a:rPr lang="ja" sz="1000"/>
              <a:t>    # Minimのインスタンスを生成</a:t>
            </a:r>
            <a:endParaRPr sz="1000"/>
          </a:p>
          <a:p>
            <a:pPr indent="0" lvl="0" marL="0" rtl="0" algn="l">
              <a:spcBef>
                <a:spcPts val="0"/>
              </a:spcBef>
              <a:spcAft>
                <a:spcPts val="0"/>
              </a:spcAft>
              <a:buClr>
                <a:schemeClr val="dk1"/>
              </a:buClr>
              <a:buSzPts val="1100"/>
              <a:buFont typeface="Arial"/>
              <a:buNone/>
            </a:pPr>
            <a:r>
              <a:rPr lang="ja" sz="1000"/>
              <a:t>    minim = Minim(this)</a:t>
            </a:r>
            <a:endParaRPr sz="1000"/>
          </a:p>
          <a:p>
            <a:pPr indent="0" lvl="0" marL="0" rtl="0" algn="l">
              <a:spcBef>
                <a:spcPts val="0"/>
              </a:spcBef>
              <a:spcAft>
                <a:spcPts val="0"/>
              </a:spcAft>
              <a:buClr>
                <a:schemeClr val="dk1"/>
              </a:buClr>
              <a:buSzPts val="1100"/>
              <a:buFont typeface="Arial"/>
              <a:buNone/>
            </a:pPr>
            <a:r>
              <a:rPr lang="ja" sz="1000"/>
              <a:t>    player = minim.loadFile('../sounddata/marcus_kellis_theme.mp3')</a:t>
            </a:r>
            <a:endParaRPr sz="1000"/>
          </a:p>
          <a:p>
            <a:pPr indent="0" lvl="0" marL="0" rtl="0" algn="l">
              <a:spcBef>
                <a:spcPts val="0"/>
              </a:spcBef>
              <a:spcAft>
                <a:spcPts val="0"/>
              </a:spcAft>
              <a:buClr>
                <a:schemeClr val="dk1"/>
              </a:buClr>
              <a:buSzPts val="1100"/>
              <a:buFont typeface="Arial"/>
              <a:buNone/>
            </a:pPr>
            <a:r>
              <a:rPr lang="ja" sz="1000"/>
              <a:t>    player.loop()</a:t>
            </a:r>
            <a:endParaRPr sz="1000"/>
          </a:p>
          <a:p>
            <a:pPr indent="0" lvl="0" marL="0" rtl="0" algn="l">
              <a:spcBef>
                <a:spcPts val="0"/>
              </a:spcBef>
              <a:spcAft>
                <a:spcPts val="0"/>
              </a:spcAft>
              <a:buClr>
                <a:schemeClr val="dk1"/>
              </a:buClr>
              <a:buSzPts val="1100"/>
              <a:buFont typeface="Arial"/>
              <a:buNone/>
            </a:pPr>
            <a:r>
              <a:rPr lang="ja" sz="1000"/>
              <a:t>    </a:t>
            </a:r>
            <a:endParaRPr sz="1000"/>
          </a:p>
          <a:p>
            <a:pPr indent="0" lvl="0" marL="0" rtl="0" algn="l">
              <a:spcBef>
                <a:spcPts val="0"/>
              </a:spcBef>
              <a:spcAft>
                <a:spcPts val="0"/>
              </a:spcAft>
              <a:buClr>
                <a:schemeClr val="dk1"/>
              </a:buClr>
              <a:buSzPts val="1100"/>
              <a:buFont typeface="Arial"/>
              <a:buNone/>
            </a:pPr>
            <a:r>
              <a:rPr lang="ja" sz="1000"/>
              <a:t>    # 線の太さ、色を設定</a:t>
            </a:r>
            <a:endParaRPr sz="1000"/>
          </a:p>
          <a:p>
            <a:pPr indent="0" lvl="0" marL="0" rtl="0" algn="l">
              <a:spcBef>
                <a:spcPts val="0"/>
              </a:spcBef>
              <a:spcAft>
                <a:spcPts val="0"/>
              </a:spcAft>
              <a:buClr>
                <a:schemeClr val="dk1"/>
              </a:buClr>
              <a:buSzPts val="1100"/>
              <a:buFont typeface="Arial"/>
              <a:buNone/>
            </a:pPr>
            <a:r>
              <a:rPr lang="ja" sz="1000"/>
              <a:t>    strokeWeight(2)</a:t>
            </a:r>
            <a:endParaRPr sz="1000"/>
          </a:p>
          <a:p>
            <a:pPr indent="0" lvl="0" marL="0" rtl="0" algn="l">
              <a:spcBef>
                <a:spcPts val="0"/>
              </a:spcBef>
              <a:spcAft>
                <a:spcPts val="0"/>
              </a:spcAft>
              <a:buClr>
                <a:schemeClr val="dk1"/>
              </a:buClr>
              <a:buSzPts val="1100"/>
              <a:buFont typeface="Arial"/>
              <a:buNone/>
            </a:pPr>
            <a:r>
              <a:rPr lang="ja" sz="1000"/>
              <a:t>    stroke(0, 255, 0)</a:t>
            </a:r>
            <a:endParaRPr sz="1000"/>
          </a:p>
          <a:p>
            <a:pPr indent="0" lvl="0" marL="0" rtl="0" algn="l">
              <a:spcBef>
                <a:spcPts val="0"/>
              </a:spcBef>
              <a:spcAft>
                <a:spcPts val="0"/>
              </a:spcAft>
              <a:buClr>
                <a:schemeClr val="dk1"/>
              </a:buClr>
              <a:buSzPts val="1100"/>
              <a:buFont typeface="Arial"/>
              <a:buNone/>
            </a:pPr>
            <a:r>
              <a:rPr lang="ja" sz="1000"/>
              <a:t>        </a:t>
            </a:r>
            <a:endParaRPr sz="1000"/>
          </a:p>
          <a:p>
            <a:pPr indent="0" lvl="0" marL="0" rtl="0" algn="l">
              <a:spcBef>
                <a:spcPts val="0"/>
              </a:spcBef>
              <a:spcAft>
                <a:spcPts val="0"/>
              </a:spcAft>
              <a:buClr>
                <a:schemeClr val="dk1"/>
              </a:buClr>
              <a:buSzPts val="1100"/>
              <a:buFont typeface="Arial"/>
              <a:buNone/>
            </a:pPr>
            <a:r>
              <a:rPr lang="ja" sz="1000"/>
              <a:t>    </a:t>
            </a:r>
            <a:endParaRPr sz="1000"/>
          </a:p>
          <a:p>
            <a:pPr indent="0" lvl="0" marL="0" rtl="0" algn="l">
              <a:spcBef>
                <a:spcPts val="0"/>
              </a:spcBef>
              <a:spcAft>
                <a:spcPts val="0"/>
              </a:spcAft>
              <a:buClr>
                <a:schemeClr val="dk1"/>
              </a:buClr>
              <a:buSzPts val="1100"/>
              <a:buFont typeface="Arial"/>
              <a:buNone/>
            </a:pPr>
            <a:r>
              <a:rPr lang="ja" sz="1000"/>
              <a:t>def draw():</a:t>
            </a:r>
            <a:endParaRPr sz="1000"/>
          </a:p>
          <a:p>
            <a:pPr indent="0" lvl="0" marL="0" rtl="0" algn="l">
              <a:spcBef>
                <a:spcPts val="0"/>
              </a:spcBef>
              <a:spcAft>
                <a:spcPts val="0"/>
              </a:spcAft>
              <a:buClr>
                <a:schemeClr val="dk1"/>
              </a:buClr>
              <a:buSzPts val="1100"/>
              <a:buFont typeface="Arial"/>
              <a:buNone/>
            </a:pPr>
            <a:r>
              <a:rPr lang="ja" sz="1000"/>
              <a:t>    # グローバル変数</a:t>
            </a:r>
            <a:endParaRPr sz="1000"/>
          </a:p>
          <a:p>
            <a:pPr indent="0" lvl="0" marL="0" rtl="0" algn="l">
              <a:spcBef>
                <a:spcPts val="0"/>
              </a:spcBef>
              <a:spcAft>
                <a:spcPts val="0"/>
              </a:spcAft>
              <a:buClr>
                <a:schemeClr val="dk1"/>
              </a:buClr>
              <a:buSzPts val="1100"/>
              <a:buFont typeface="Arial"/>
              <a:buNone/>
            </a:pPr>
            <a:r>
              <a:rPr lang="ja" sz="1000"/>
              <a:t>    global player</a:t>
            </a:r>
            <a:endParaRPr sz="1000"/>
          </a:p>
          <a:p>
            <a:pPr indent="0" lvl="0" marL="0" rtl="0" algn="l">
              <a:spcBef>
                <a:spcPts val="0"/>
              </a:spcBef>
              <a:spcAft>
                <a:spcPts val="0"/>
              </a:spcAft>
              <a:buClr>
                <a:schemeClr val="dk1"/>
              </a:buClr>
              <a:buSzPts val="1100"/>
              <a:buFont typeface="Arial"/>
              <a:buNone/>
            </a:pPr>
            <a:r>
              <a:rPr lang="ja" sz="1000"/>
              <a:t>    </a:t>
            </a:r>
            <a:endParaRPr sz="1000"/>
          </a:p>
          <a:p>
            <a:pPr indent="0" lvl="0" marL="0" rtl="0" algn="l">
              <a:spcBef>
                <a:spcPts val="0"/>
              </a:spcBef>
              <a:spcAft>
                <a:spcPts val="0"/>
              </a:spcAft>
              <a:buClr>
                <a:schemeClr val="dk1"/>
              </a:buClr>
              <a:buSzPts val="1100"/>
              <a:buFont typeface="Arial"/>
              <a:buNone/>
            </a:pPr>
            <a:r>
              <a:rPr lang="ja" sz="1000"/>
              <a:t>    # ウィンドウの背景色を黒に設定（線が残らないように塗り替える）</a:t>
            </a:r>
            <a:endParaRPr sz="1000"/>
          </a:p>
          <a:p>
            <a:pPr indent="0" lvl="0" marL="0" rtl="0" algn="l">
              <a:spcBef>
                <a:spcPts val="0"/>
              </a:spcBef>
              <a:spcAft>
                <a:spcPts val="0"/>
              </a:spcAft>
              <a:buClr>
                <a:schemeClr val="dk1"/>
              </a:buClr>
              <a:buSzPts val="1100"/>
              <a:buFont typeface="Arial"/>
              <a:buNone/>
            </a:pPr>
            <a:r>
              <a:rPr lang="ja" sz="1000"/>
              <a:t>    background(0)</a:t>
            </a:r>
            <a:endParaRPr sz="1000"/>
          </a:p>
          <a:p>
            <a:pPr indent="0" lvl="0" marL="0" rtl="0" algn="l">
              <a:spcBef>
                <a:spcPts val="0"/>
              </a:spcBef>
              <a:spcAft>
                <a:spcPts val="0"/>
              </a:spcAft>
              <a:buClr>
                <a:schemeClr val="dk1"/>
              </a:buClr>
              <a:buSzPts val="1100"/>
              <a:buFont typeface="Arial"/>
              <a:buNone/>
            </a:pPr>
            <a:r>
              <a:rPr lang="ja" sz="1000"/>
              <a:t>        </a:t>
            </a:r>
            <a:endParaRPr sz="1000"/>
          </a:p>
          <a:p>
            <a:pPr indent="0" lvl="0" marL="0" rtl="0" algn="l">
              <a:spcBef>
                <a:spcPts val="0"/>
              </a:spcBef>
              <a:spcAft>
                <a:spcPts val="0"/>
              </a:spcAft>
              <a:buClr>
                <a:schemeClr val="dk1"/>
              </a:buClr>
              <a:buSzPts val="1100"/>
              <a:buFont typeface="Arial"/>
              <a:buNone/>
            </a:pPr>
            <a:r>
              <a:rPr lang="ja" sz="1000"/>
              <a:t>    for i in range(1, player.bufferSize()):</a:t>
            </a:r>
            <a:endParaRPr sz="1000"/>
          </a:p>
          <a:p>
            <a:pPr indent="0" lvl="0" marL="0" rtl="0" algn="l">
              <a:spcBef>
                <a:spcPts val="0"/>
              </a:spcBef>
              <a:spcAft>
                <a:spcPts val="0"/>
              </a:spcAft>
              <a:buClr>
                <a:schemeClr val="dk1"/>
              </a:buClr>
              <a:buSzPts val="1100"/>
              <a:buFont typeface="Arial"/>
              <a:buNone/>
            </a:pPr>
            <a:r>
              <a:rPr lang="ja" sz="1000"/>
              <a:t>        current_volume = player.left.get(i)</a:t>
            </a:r>
            <a:endParaRPr sz="1000"/>
          </a:p>
          <a:p>
            <a:pPr indent="0" lvl="0" marL="0" rtl="0" algn="l">
              <a:spcBef>
                <a:spcPts val="0"/>
              </a:spcBef>
              <a:spcAft>
                <a:spcPts val="0"/>
              </a:spcAft>
              <a:buClr>
                <a:schemeClr val="dk1"/>
              </a:buClr>
              <a:buSzPts val="1100"/>
              <a:buFont typeface="Arial"/>
              <a:buNone/>
            </a:pPr>
            <a:r>
              <a:rPr lang="ja" sz="1000"/>
              <a:t>        previous_volume = player.left.get(i-1)</a:t>
            </a:r>
            <a:endParaRPr sz="1000"/>
          </a:p>
          <a:p>
            <a:pPr indent="0" lvl="0" marL="0" rtl="0" algn="l">
              <a:spcBef>
                <a:spcPts val="0"/>
              </a:spcBef>
              <a:spcAft>
                <a:spcPts val="0"/>
              </a:spcAft>
              <a:buClr>
                <a:schemeClr val="dk1"/>
              </a:buClr>
              <a:buSzPts val="1100"/>
              <a:buFont typeface="Arial"/>
              <a:buNone/>
            </a:pPr>
            <a:r>
              <a:rPr lang="ja" sz="1000"/>
              <a:t>        line(i-1, previous_volume*amp, i,current_volume*amp)</a:t>
            </a:r>
            <a:endParaRPr sz="1000"/>
          </a:p>
          <a:p>
            <a:pPr indent="0" lvl="0" marL="0" rtl="0" algn="l">
              <a:spcBef>
                <a:spcPts val="0"/>
              </a:spcBef>
              <a:spcAft>
                <a:spcPts val="0"/>
              </a:spcAft>
              <a:buNone/>
            </a:pPr>
            <a:r>
              <a:t/>
            </a:r>
            <a:endParaRPr sz="10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39"/>
          <p:cNvSpPr txBox="1"/>
          <p:nvPr>
            <p:ph idx="1" type="body"/>
          </p:nvPr>
        </p:nvSpPr>
        <p:spPr>
          <a:xfrm>
            <a:off x="467544" y="582952"/>
            <a:ext cx="8229600" cy="3120300"/>
          </a:xfrm>
          <a:prstGeom prst="rect">
            <a:avLst/>
          </a:prstGeom>
        </p:spPr>
        <p:txBody>
          <a:bodyPr anchorCtr="0" anchor="t" bIns="45700" lIns="91425" spcFirstLastPara="1" rIns="91425" wrap="square" tIns="45700">
            <a:noAutofit/>
          </a:bodyPr>
          <a:lstStyle/>
          <a:p>
            <a:pPr indent="0" lvl="0" marL="0" rtl="0" algn="l">
              <a:spcBef>
                <a:spcPts val="560"/>
              </a:spcBef>
              <a:spcAft>
                <a:spcPts val="0"/>
              </a:spcAft>
              <a:buNone/>
            </a:pPr>
            <a:r>
              <a:rPr lang="ja"/>
              <a:t>  for i in range(1, player.bufferSize()):</a:t>
            </a:r>
            <a:endParaRPr/>
          </a:p>
          <a:p>
            <a:pPr indent="0" lvl="0" marL="0" rtl="0" algn="l">
              <a:spcBef>
                <a:spcPts val="560"/>
              </a:spcBef>
              <a:spcAft>
                <a:spcPts val="0"/>
              </a:spcAft>
              <a:buNone/>
            </a:pPr>
            <a:r>
              <a:rPr lang="ja"/>
              <a:t>        current_volume = player.left.get(i)</a:t>
            </a:r>
            <a:endParaRPr/>
          </a:p>
          <a:p>
            <a:pPr indent="0" lvl="0" marL="0" rtl="0" algn="l">
              <a:spcBef>
                <a:spcPts val="560"/>
              </a:spcBef>
              <a:spcAft>
                <a:spcPts val="0"/>
              </a:spcAft>
              <a:buNone/>
            </a:pPr>
            <a:r>
              <a:rPr lang="ja"/>
              <a:t>        previous_volume = player.left.get(i-1)</a:t>
            </a:r>
            <a:endParaRPr/>
          </a:p>
          <a:p>
            <a:pPr indent="0" lvl="0" marL="0" rtl="0" algn="l">
              <a:spcBef>
                <a:spcPts val="560"/>
              </a:spcBef>
              <a:spcAft>
                <a:spcPts val="0"/>
              </a:spcAft>
              <a:buNone/>
            </a:pPr>
            <a:r>
              <a:rPr lang="ja"/>
              <a:t>        </a:t>
            </a:r>
            <a:r>
              <a:rPr b="1" lang="ja"/>
              <a:t>line</a:t>
            </a:r>
            <a:r>
              <a:rPr lang="ja"/>
              <a:t>(i-1, previous_volume*amp, i,current_volume*amp)</a:t>
            </a:r>
            <a:endParaRPr/>
          </a:p>
          <a:p>
            <a:pPr indent="0" lvl="0" marL="0" rtl="0" algn="l">
              <a:spcBef>
                <a:spcPts val="560"/>
              </a:spcBef>
              <a:spcAft>
                <a:spcPts val="0"/>
              </a:spcAft>
              <a:buNone/>
            </a:pPr>
            <a:r>
              <a:t/>
            </a:r>
            <a:endParaRPr/>
          </a:p>
          <a:p>
            <a:pPr indent="0" lvl="0" marL="0" rtl="0" algn="l">
              <a:spcBef>
                <a:spcPts val="560"/>
              </a:spcBef>
              <a:spcAft>
                <a:spcPts val="0"/>
              </a:spcAft>
              <a:buNone/>
            </a:pPr>
            <a:r>
              <a:t/>
            </a:r>
            <a:endParaRPr/>
          </a:p>
        </p:txBody>
      </p:sp>
      <p:sp>
        <p:nvSpPr>
          <p:cNvPr id="534" name="Google Shape;534;p39"/>
          <p:cNvSpPr txBox="1"/>
          <p:nvPr>
            <p:ph idx="12" type="sldNum"/>
          </p:nvPr>
        </p:nvSpPr>
        <p:spPr>
          <a:xfrm>
            <a:off x="8568700" y="4038407"/>
            <a:ext cx="575400" cy="31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ja"/>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40"/>
          <p:cNvSpPr/>
          <p:nvPr/>
        </p:nvSpPr>
        <p:spPr>
          <a:xfrm rot="-5400000">
            <a:off x="1874350" y="-883387"/>
            <a:ext cx="4531200" cy="7472100"/>
          </a:xfrm>
          <a:prstGeom prst="corner">
            <a:avLst>
              <a:gd fmla="val 52365" name="adj1"/>
              <a:gd fmla="val 3985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 name="Google Shape;541;p40"/>
          <p:cNvSpPr/>
          <p:nvPr/>
        </p:nvSpPr>
        <p:spPr>
          <a:xfrm>
            <a:off x="403900" y="1364645"/>
            <a:ext cx="4148400" cy="1813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 name="Google Shape;542;p40"/>
          <p:cNvSpPr/>
          <p:nvPr/>
        </p:nvSpPr>
        <p:spPr>
          <a:xfrm>
            <a:off x="403900" y="586931"/>
            <a:ext cx="4148400" cy="696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 name="Google Shape;543;p40"/>
          <p:cNvSpPr txBox="1"/>
          <p:nvPr>
            <p:ph idx="1" type="body"/>
          </p:nvPr>
        </p:nvSpPr>
        <p:spPr>
          <a:xfrm>
            <a:off x="467544" y="585242"/>
            <a:ext cx="8229600" cy="3744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b="1" lang="ja" sz="1300"/>
              <a:t>add_library('Minim')</a:t>
            </a:r>
            <a:endParaRPr b="1" sz="1300"/>
          </a:p>
          <a:p>
            <a:pPr indent="0" lvl="0" marL="0" rtl="0" algn="l">
              <a:lnSpc>
                <a:spcPct val="100000"/>
              </a:lnSpc>
              <a:spcBef>
                <a:spcPts val="0"/>
              </a:spcBef>
              <a:spcAft>
                <a:spcPts val="0"/>
              </a:spcAft>
              <a:buClr>
                <a:schemeClr val="dk1"/>
              </a:buClr>
              <a:buSzPts val="1100"/>
              <a:buFont typeface="Arial"/>
              <a:buNone/>
            </a:pPr>
            <a:r>
              <a:t/>
            </a:r>
            <a:endParaRPr b="1" sz="1300"/>
          </a:p>
          <a:p>
            <a:pPr indent="0" lvl="0" marL="0" rtl="0" algn="l">
              <a:lnSpc>
                <a:spcPct val="100000"/>
              </a:lnSpc>
              <a:spcBef>
                <a:spcPts val="0"/>
              </a:spcBef>
              <a:spcAft>
                <a:spcPts val="0"/>
              </a:spcAft>
              <a:buClr>
                <a:schemeClr val="dk1"/>
              </a:buClr>
              <a:buSzPts val="1100"/>
              <a:buFont typeface="Arial"/>
              <a:buNone/>
            </a:pPr>
            <a:r>
              <a:rPr b="1" lang="ja" sz="1300"/>
              <a:t># Soundファイルから入力された信号の増幅率を設定</a:t>
            </a:r>
            <a:endParaRPr b="1" sz="1300"/>
          </a:p>
          <a:p>
            <a:pPr indent="0" lvl="0" marL="0" rtl="0" algn="l">
              <a:lnSpc>
                <a:spcPct val="100000"/>
              </a:lnSpc>
              <a:spcBef>
                <a:spcPts val="0"/>
              </a:spcBef>
              <a:spcAft>
                <a:spcPts val="0"/>
              </a:spcAft>
              <a:buClr>
                <a:schemeClr val="dk1"/>
              </a:buClr>
              <a:buSzPts val="1100"/>
              <a:buFont typeface="Arial"/>
              <a:buNone/>
            </a:pPr>
            <a:r>
              <a:rPr b="1" lang="ja" sz="1300"/>
              <a:t>amp = 200</a:t>
            </a:r>
            <a:endParaRPr b="1" sz="1300"/>
          </a:p>
          <a:p>
            <a:pPr indent="0" lvl="0" marL="0" rtl="0" algn="l">
              <a:lnSpc>
                <a:spcPct val="100000"/>
              </a:lnSpc>
              <a:spcBef>
                <a:spcPts val="0"/>
              </a:spcBef>
              <a:spcAft>
                <a:spcPts val="0"/>
              </a:spcAft>
              <a:buClr>
                <a:schemeClr val="dk1"/>
              </a:buClr>
              <a:buSzPts val="1100"/>
              <a:buFont typeface="Arial"/>
              <a:buNone/>
            </a:pPr>
            <a:r>
              <a:t/>
            </a:r>
            <a:endParaRPr b="1" sz="1300"/>
          </a:p>
          <a:p>
            <a:pPr indent="0" lvl="0" marL="0" rtl="0" algn="l">
              <a:lnSpc>
                <a:spcPct val="100000"/>
              </a:lnSpc>
              <a:spcBef>
                <a:spcPts val="0"/>
              </a:spcBef>
              <a:spcAft>
                <a:spcPts val="0"/>
              </a:spcAft>
              <a:buClr>
                <a:schemeClr val="dk1"/>
              </a:buClr>
              <a:buSzPts val="1100"/>
              <a:buFont typeface="Arial"/>
              <a:buNone/>
            </a:pPr>
            <a:r>
              <a:t/>
            </a:r>
            <a:endParaRPr b="1" sz="1300"/>
          </a:p>
          <a:p>
            <a:pPr indent="0" lvl="0" marL="0" rtl="0" algn="l">
              <a:lnSpc>
                <a:spcPct val="100000"/>
              </a:lnSpc>
              <a:spcBef>
                <a:spcPts val="0"/>
              </a:spcBef>
              <a:spcAft>
                <a:spcPts val="0"/>
              </a:spcAft>
              <a:buClr>
                <a:schemeClr val="dk1"/>
              </a:buClr>
              <a:buSzPts val="1100"/>
              <a:buFont typeface="Arial"/>
              <a:buNone/>
            </a:pPr>
            <a:r>
              <a:rPr b="1" lang="ja" sz="1300"/>
              <a:t>def setup():</a:t>
            </a:r>
            <a:endParaRPr b="1" sz="1300"/>
          </a:p>
          <a:p>
            <a:pPr indent="0" lvl="0" marL="0" rtl="0" algn="l">
              <a:lnSpc>
                <a:spcPct val="100000"/>
              </a:lnSpc>
              <a:spcBef>
                <a:spcPts val="0"/>
              </a:spcBef>
              <a:spcAft>
                <a:spcPts val="0"/>
              </a:spcAft>
              <a:buClr>
                <a:schemeClr val="dk1"/>
              </a:buClr>
              <a:buSzPts val="1100"/>
              <a:buFont typeface="Arial"/>
              <a:buNone/>
            </a:pPr>
            <a:r>
              <a:rPr b="1" lang="ja" sz="1300"/>
              <a:t>    # グローバル変数</a:t>
            </a:r>
            <a:endParaRPr b="1" sz="1300"/>
          </a:p>
          <a:p>
            <a:pPr indent="0" lvl="0" marL="0" rtl="0" algn="l">
              <a:lnSpc>
                <a:spcPct val="100000"/>
              </a:lnSpc>
              <a:spcBef>
                <a:spcPts val="0"/>
              </a:spcBef>
              <a:spcAft>
                <a:spcPts val="0"/>
              </a:spcAft>
              <a:buClr>
                <a:schemeClr val="dk1"/>
              </a:buClr>
              <a:buSzPts val="1100"/>
              <a:buFont typeface="Arial"/>
              <a:buNone/>
            </a:pPr>
            <a:r>
              <a:rPr b="1" lang="ja" sz="1300"/>
              <a:t>    global minim, player</a:t>
            </a:r>
            <a:endParaRPr b="1" sz="1300"/>
          </a:p>
          <a:p>
            <a:pPr indent="0" lvl="0" marL="0" rtl="0" algn="l">
              <a:lnSpc>
                <a:spcPct val="100000"/>
              </a:lnSpc>
              <a:spcBef>
                <a:spcPts val="0"/>
              </a:spcBef>
              <a:spcAft>
                <a:spcPts val="0"/>
              </a:spcAft>
              <a:buClr>
                <a:schemeClr val="dk1"/>
              </a:buClr>
              <a:buSzPts val="1100"/>
              <a:buFont typeface="Arial"/>
              <a:buNone/>
            </a:pPr>
            <a:r>
              <a:t/>
            </a:r>
            <a:endParaRPr b="1" sz="1300"/>
          </a:p>
          <a:p>
            <a:pPr indent="0" lvl="0" marL="0" rtl="0" algn="l">
              <a:lnSpc>
                <a:spcPct val="100000"/>
              </a:lnSpc>
              <a:spcBef>
                <a:spcPts val="0"/>
              </a:spcBef>
              <a:spcAft>
                <a:spcPts val="0"/>
              </a:spcAft>
              <a:buClr>
                <a:schemeClr val="dk1"/>
              </a:buClr>
              <a:buSzPts val="1100"/>
              <a:buFont typeface="Arial"/>
              <a:buNone/>
            </a:pPr>
            <a:r>
              <a:rPr lang="ja" sz="1300"/>
              <a:t>    # ウィンドウサイズ</a:t>
            </a:r>
            <a:endParaRPr sz="1300"/>
          </a:p>
          <a:p>
            <a:pPr indent="0" lvl="0" marL="0" rtl="0" algn="l">
              <a:lnSpc>
                <a:spcPct val="100000"/>
              </a:lnSpc>
              <a:spcBef>
                <a:spcPts val="0"/>
              </a:spcBef>
              <a:spcAft>
                <a:spcPts val="0"/>
              </a:spcAft>
              <a:buClr>
                <a:schemeClr val="dk1"/>
              </a:buClr>
              <a:buSzPts val="1100"/>
              <a:buFont typeface="Arial"/>
              <a:buNone/>
            </a:pPr>
            <a:r>
              <a:rPr lang="ja" sz="1300"/>
              <a:t>    size(800,800)    </a:t>
            </a:r>
            <a:endParaRPr sz="1300"/>
          </a:p>
          <a:p>
            <a:pPr indent="0" lvl="0" marL="0" rtl="0" algn="l">
              <a:lnSpc>
                <a:spcPct val="100000"/>
              </a:lnSpc>
              <a:spcBef>
                <a:spcPts val="0"/>
              </a:spcBef>
              <a:spcAft>
                <a:spcPts val="0"/>
              </a:spcAft>
              <a:buClr>
                <a:schemeClr val="dk1"/>
              </a:buClr>
              <a:buSzPts val="1100"/>
              <a:buFont typeface="Arial"/>
              <a:buNone/>
            </a:pPr>
            <a:r>
              <a:rPr lang="ja" sz="1300"/>
              <a:t>    # Minimのインスタンスを生成     </a:t>
            </a:r>
            <a:endParaRPr sz="1300"/>
          </a:p>
          <a:p>
            <a:pPr indent="0" lvl="0" marL="0" rtl="0" algn="l">
              <a:lnSpc>
                <a:spcPct val="100000"/>
              </a:lnSpc>
              <a:spcBef>
                <a:spcPts val="0"/>
              </a:spcBef>
              <a:spcAft>
                <a:spcPts val="0"/>
              </a:spcAft>
              <a:buClr>
                <a:schemeClr val="dk1"/>
              </a:buClr>
              <a:buSzPts val="1100"/>
              <a:buFont typeface="Arial"/>
              <a:buNone/>
            </a:pPr>
            <a:r>
              <a:rPr lang="ja" sz="1300"/>
              <a:t>    minim = Minim(this)</a:t>
            </a:r>
            <a:endParaRPr sz="1300"/>
          </a:p>
          <a:p>
            <a:pPr indent="0" lvl="0" marL="0" rtl="0" algn="l">
              <a:lnSpc>
                <a:spcPct val="100000"/>
              </a:lnSpc>
              <a:spcBef>
                <a:spcPts val="0"/>
              </a:spcBef>
              <a:spcAft>
                <a:spcPts val="0"/>
              </a:spcAft>
              <a:buClr>
                <a:schemeClr val="dk1"/>
              </a:buClr>
              <a:buSzPts val="1100"/>
              <a:buFont typeface="Arial"/>
              <a:buNone/>
            </a:pPr>
            <a:r>
              <a:rPr lang="ja" sz="1300"/>
              <a:t>    player = minim.loadFile('音楽ファイル')</a:t>
            </a:r>
            <a:endParaRPr sz="1300"/>
          </a:p>
          <a:p>
            <a:pPr indent="0" lvl="0" marL="0" rtl="0" algn="l">
              <a:lnSpc>
                <a:spcPct val="100000"/>
              </a:lnSpc>
              <a:spcBef>
                <a:spcPts val="0"/>
              </a:spcBef>
              <a:spcAft>
                <a:spcPts val="0"/>
              </a:spcAft>
              <a:buClr>
                <a:schemeClr val="dk1"/>
              </a:buClr>
              <a:buSzPts val="1100"/>
              <a:buFont typeface="Arial"/>
              <a:buNone/>
            </a:pPr>
            <a:r>
              <a:rPr lang="ja" sz="1300"/>
              <a:t>    player.loop()</a:t>
            </a:r>
            <a:endParaRPr sz="1300"/>
          </a:p>
          <a:p>
            <a:pPr indent="0" lvl="0" marL="0" rtl="0" algn="l">
              <a:lnSpc>
                <a:spcPct val="100000"/>
              </a:lnSpc>
              <a:spcBef>
                <a:spcPts val="0"/>
              </a:spcBef>
              <a:spcAft>
                <a:spcPts val="0"/>
              </a:spcAft>
              <a:buClr>
                <a:schemeClr val="dk1"/>
              </a:buClr>
              <a:buSzPts val="1100"/>
              <a:buFont typeface="Arial"/>
              <a:buNone/>
            </a:pPr>
            <a:r>
              <a:t/>
            </a:r>
            <a:endParaRPr sz="1300"/>
          </a:p>
          <a:p>
            <a:pPr indent="0" lvl="0" marL="0" rtl="0" algn="l">
              <a:lnSpc>
                <a:spcPct val="100000"/>
              </a:lnSpc>
              <a:spcBef>
                <a:spcPts val="0"/>
              </a:spcBef>
              <a:spcAft>
                <a:spcPts val="0"/>
              </a:spcAft>
              <a:buClr>
                <a:schemeClr val="dk1"/>
              </a:buClr>
              <a:buSzPts val="1100"/>
              <a:buFont typeface="Arial"/>
              <a:buNone/>
            </a:pPr>
            <a:r>
              <a:t/>
            </a:r>
            <a:endParaRPr sz="1300"/>
          </a:p>
          <a:p>
            <a:pPr indent="0" lvl="0" marL="0" rtl="0" algn="l">
              <a:lnSpc>
                <a:spcPct val="100000"/>
              </a:lnSpc>
              <a:spcBef>
                <a:spcPts val="0"/>
              </a:spcBef>
              <a:spcAft>
                <a:spcPts val="0"/>
              </a:spcAft>
              <a:buClr>
                <a:schemeClr val="dk1"/>
              </a:buClr>
              <a:buSzPts val="1100"/>
              <a:buFont typeface="Arial"/>
              <a:buNone/>
            </a:pPr>
            <a:r>
              <a:rPr b="1" lang="ja" sz="1300"/>
              <a:t>def draw():</a:t>
            </a:r>
            <a:endParaRPr b="1" sz="1300"/>
          </a:p>
          <a:p>
            <a:pPr indent="0" lvl="0" marL="0" rtl="0" algn="l">
              <a:lnSpc>
                <a:spcPct val="100000"/>
              </a:lnSpc>
              <a:spcBef>
                <a:spcPts val="0"/>
              </a:spcBef>
              <a:spcAft>
                <a:spcPts val="0"/>
              </a:spcAft>
              <a:buClr>
                <a:schemeClr val="dk1"/>
              </a:buClr>
              <a:buSzPts val="1100"/>
              <a:buFont typeface="Arial"/>
              <a:buNone/>
            </a:pPr>
            <a:r>
              <a:rPr b="1" lang="ja" sz="1300"/>
              <a:t>    # グローバル変数</a:t>
            </a:r>
            <a:endParaRPr b="1" sz="1300"/>
          </a:p>
          <a:p>
            <a:pPr indent="0" lvl="0" marL="0" rtl="0" algn="l">
              <a:lnSpc>
                <a:spcPct val="100000"/>
              </a:lnSpc>
              <a:spcBef>
                <a:spcPts val="0"/>
              </a:spcBef>
              <a:spcAft>
                <a:spcPts val="0"/>
              </a:spcAft>
              <a:buClr>
                <a:schemeClr val="dk1"/>
              </a:buClr>
              <a:buSzPts val="1100"/>
              <a:buFont typeface="Arial"/>
              <a:buNone/>
            </a:pPr>
            <a:r>
              <a:rPr b="1" lang="ja" sz="1300"/>
              <a:t>    global player</a:t>
            </a:r>
            <a:endParaRPr b="1" sz="1300"/>
          </a:p>
          <a:p>
            <a:pPr indent="0" lvl="0" marL="0" rtl="0" algn="l">
              <a:lnSpc>
                <a:spcPct val="100000"/>
              </a:lnSpc>
              <a:spcBef>
                <a:spcPts val="0"/>
              </a:spcBef>
              <a:spcAft>
                <a:spcPts val="0"/>
              </a:spcAft>
              <a:buClr>
                <a:schemeClr val="dk1"/>
              </a:buClr>
              <a:buSzPts val="1100"/>
              <a:buFont typeface="Arial"/>
              <a:buNone/>
            </a:pPr>
            <a:r>
              <a:rPr lang="ja" sz="1300"/>
              <a:t>    </a:t>
            </a:r>
            <a:endParaRPr sz="1300"/>
          </a:p>
          <a:p>
            <a:pPr indent="0" lvl="0" marL="0" rtl="0" algn="l">
              <a:lnSpc>
                <a:spcPct val="100000"/>
              </a:lnSpc>
              <a:spcBef>
                <a:spcPts val="0"/>
              </a:spcBef>
              <a:spcAft>
                <a:spcPts val="0"/>
              </a:spcAft>
              <a:buClr>
                <a:schemeClr val="dk1"/>
              </a:buClr>
              <a:buSzPts val="1100"/>
              <a:buFont typeface="Arial"/>
              <a:buNone/>
            </a:pPr>
            <a:r>
              <a:rPr lang="ja" sz="1300"/>
              <a:t>    # ウィンドウの背景を黒に設定</a:t>
            </a:r>
            <a:endParaRPr sz="1300"/>
          </a:p>
          <a:p>
            <a:pPr indent="0" lvl="0" marL="0" rtl="0" algn="l">
              <a:lnSpc>
                <a:spcPct val="100000"/>
              </a:lnSpc>
              <a:spcBef>
                <a:spcPts val="0"/>
              </a:spcBef>
              <a:spcAft>
                <a:spcPts val="0"/>
              </a:spcAft>
              <a:buSzPts val="2400"/>
              <a:buNone/>
            </a:pPr>
            <a:r>
              <a:rPr lang="ja" sz="1100"/>
              <a:t>      background(0)</a:t>
            </a:r>
            <a:endParaRPr sz="1100"/>
          </a:p>
          <a:p>
            <a:pPr indent="0" lvl="0" marL="0" rtl="0" algn="l">
              <a:lnSpc>
                <a:spcPct val="100000"/>
              </a:lnSpc>
              <a:spcBef>
                <a:spcPts val="0"/>
              </a:spcBef>
              <a:spcAft>
                <a:spcPts val="0"/>
              </a:spcAft>
              <a:buClr>
                <a:schemeClr val="dk1"/>
              </a:buClr>
              <a:buSzPts val="1100"/>
              <a:buFont typeface="Arial"/>
              <a:buNone/>
            </a:pPr>
            <a:r>
              <a:rPr lang="ja" sz="1100"/>
              <a:t>      stroke(255)</a:t>
            </a:r>
            <a:endParaRPr sz="1100"/>
          </a:p>
          <a:p>
            <a:pPr indent="0" lvl="0" marL="0" rtl="0" algn="l">
              <a:lnSpc>
                <a:spcPct val="100000"/>
              </a:lnSpc>
              <a:spcBef>
                <a:spcPts val="0"/>
              </a:spcBef>
              <a:spcAft>
                <a:spcPts val="0"/>
              </a:spcAft>
              <a:buClr>
                <a:schemeClr val="dk1"/>
              </a:buClr>
              <a:buSzPts val="1100"/>
              <a:buFont typeface="Arial"/>
              <a:buNone/>
            </a:pPr>
            <a:r>
              <a:rPr lang="ja" sz="1100"/>
              <a:t> </a:t>
            </a:r>
            <a:endParaRPr sz="1100"/>
          </a:p>
          <a:p>
            <a:pPr indent="0" lvl="0" marL="0" rtl="0" algn="l">
              <a:lnSpc>
                <a:spcPct val="100000"/>
              </a:lnSpc>
              <a:spcBef>
                <a:spcPts val="0"/>
              </a:spcBef>
              <a:spcAft>
                <a:spcPts val="0"/>
              </a:spcAft>
              <a:buClr>
                <a:schemeClr val="dk1"/>
              </a:buClr>
              <a:buSzPts val="1100"/>
              <a:buFont typeface="Arial"/>
              <a:buNone/>
            </a:pPr>
            <a:r>
              <a:rPr lang="ja" sz="1100"/>
              <a:t>    # 文字の色、サイズを設定,　LとRの文字を表示</a:t>
            </a:r>
            <a:endParaRPr sz="1100"/>
          </a:p>
          <a:p>
            <a:pPr indent="0" lvl="0" marL="0" rtl="0" algn="l">
              <a:lnSpc>
                <a:spcPct val="100000"/>
              </a:lnSpc>
              <a:spcBef>
                <a:spcPts val="0"/>
              </a:spcBef>
              <a:spcAft>
                <a:spcPts val="0"/>
              </a:spcAft>
              <a:buClr>
                <a:schemeClr val="dk1"/>
              </a:buClr>
              <a:buSzPts val="1100"/>
              <a:buFont typeface="Arial"/>
              <a:buNone/>
            </a:pPr>
            <a:r>
              <a:rPr lang="ja" sz="1100"/>
              <a:t>    fill(255)</a:t>
            </a:r>
            <a:endParaRPr sz="1100"/>
          </a:p>
          <a:p>
            <a:pPr indent="0" lvl="0" marL="0" rtl="0" algn="l">
              <a:lnSpc>
                <a:spcPct val="100000"/>
              </a:lnSpc>
              <a:spcBef>
                <a:spcPts val="0"/>
              </a:spcBef>
              <a:spcAft>
                <a:spcPts val="0"/>
              </a:spcAft>
              <a:buClr>
                <a:schemeClr val="dk1"/>
              </a:buClr>
              <a:buSzPts val="1100"/>
              <a:buFont typeface="Arial"/>
              <a:buNone/>
            </a:pPr>
            <a:r>
              <a:rPr lang="ja" sz="1100"/>
              <a:t>    textSize(30)</a:t>
            </a:r>
            <a:endParaRPr sz="1100"/>
          </a:p>
          <a:p>
            <a:pPr indent="0" lvl="0" marL="0" rtl="0" algn="l">
              <a:lnSpc>
                <a:spcPct val="100000"/>
              </a:lnSpc>
              <a:spcBef>
                <a:spcPts val="0"/>
              </a:spcBef>
              <a:spcAft>
                <a:spcPts val="0"/>
              </a:spcAft>
              <a:buClr>
                <a:schemeClr val="dk1"/>
              </a:buClr>
              <a:buSzPts val="1100"/>
              <a:buFont typeface="Arial"/>
              <a:buNone/>
            </a:pPr>
            <a:r>
              <a:rPr lang="ja" sz="1100"/>
              <a:t>    text(‘L’, 50, 100)</a:t>
            </a:r>
            <a:endParaRPr sz="1100"/>
          </a:p>
          <a:p>
            <a:pPr indent="0" lvl="0" marL="0" rtl="0" algn="l">
              <a:lnSpc>
                <a:spcPct val="100000"/>
              </a:lnSpc>
              <a:spcBef>
                <a:spcPts val="0"/>
              </a:spcBef>
              <a:spcAft>
                <a:spcPts val="0"/>
              </a:spcAft>
              <a:buClr>
                <a:schemeClr val="dk1"/>
              </a:buClr>
              <a:buSzPts val="1100"/>
              <a:buFont typeface="Arial"/>
              <a:buNone/>
            </a:pPr>
            <a:r>
              <a:rPr lang="ja" sz="1100"/>
              <a:t>    text(‘R’, 50, 500)</a:t>
            </a:r>
            <a:endParaRPr sz="1100"/>
          </a:p>
          <a:p>
            <a:pPr indent="0" lvl="0" marL="0" rtl="0" algn="l">
              <a:lnSpc>
                <a:spcPct val="100000"/>
              </a:lnSpc>
              <a:spcBef>
                <a:spcPts val="0"/>
              </a:spcBef>
              <a:spcAft>
                <a:spcPts val="0"/>
              </a:spcAft>
              <a:buClr>
                <a:schemeClr val="dk1"/>
              </a:buClr>
              <a:buSzPts val="1100"/>
              <a:buFont typeface="Arial"/>
              <a:buNone/>
            </a:pPr>
            <a:r>
              <a:rPr lang="ja" sz="1100"/>
              <a:t>    </a:t>
            </a:r>
            <a:endParaRPr sz="1100"/>
          </a:p>
          <a:p>
            <a:pPr indent="0" lvl="0" marL="0" rtl="0" algn="l">
              <a:lnSpc>
                <a:spcPct val="100000"/>
              </a:lnSpc>
              <a:spcBef>
                <a:spcPts val="0"/>
              </a:spcBef>
              <a:spcAft>
                <a:spcPts val="0"/>
              </a:spcAft>
              <a:buSzPts val="2400"/>
              <a:buNone/>
            </a:pPr>
            <a:r>
              <a:t/>
            </a:r>
            <a:endParaRPr sz="1100"/>
          </a:p>
        </p:txBody>
      </p:sp>
      <p:sp>
        <p:nvSpPr>
          <p:cNvPr id="544" name="Google Shape;544;p40"/>
          <p:cNvSpPr txBox="1"/>
          <p:nvPr>
            <p:ph idx="12" type="sldNum"/>
          </p:nvPr>
        </p:nvSpPr>
        <p:spPr>
          <a:xfrm>
            <a:off x="8568700" y="4038407"/>
            <a:ext cx="575400" cy="315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ja"/>
              <a:t>‹#›</a:t>
            </a:fld>
            <a:endParaRPr/>
          </a:p>
        </p:txBody>
      </p:sp>
      <p:sp>
        <p:nvSpPr>
          <p:cNvPr id="545" name="Google Shape;545;p40"/>
          <p:cNvSpPr txBox="1"/>
          <p:nvPr/>
        </p:nvSpPr>
        <p:spPr>
          <a:xfrm>
            <a:off x="4669000" y="529838"/>
            <a:ext cx="3899700" cy="926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ja" sz="1100" u="none" cap="none" strike="noStrike">
                <a:solidFill>
                  <a:schemeClr val="dk1"/>
                </a:solidFill>
                <a:latin typeface="Calibri"/>
                <a:ea typeface="Calibri"/>
                <a:cs typeface="Calibri"/>
                <a:sym typeface="Calibri"/>
              </a:rPr>
              <a:t>    </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ja" sz="1100" u="none" cap="none" strike="noStrike">
                <a:solidFill>
                  <a:schemeClr val="dk1"/>
                </a:solidFill>
                <a:latin typeface="Calibri"/>
                <a:ea typeface="Calibri"/>
                <a:cs typeface="Calibri"/>
                <a:sym typeface="Calibri"/>
              </a:rPr>
              <a:t>    # グラフの基準線を描画</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ja" sz="1100" u="none" cap="none" strike="noStrike">
                <a:solidFill>
                  <a:schemeClr val="dk1"/>
                </a:solidFill>
                <a:latin typeface="Calibri"/>
                <a:ea typeface="Calibri"/>
                <a:cs typeface="Calibri"/>
                <a:sym typeface="Calibri"/>
              </a:rPr>
              <a:t>    line(0, 200, width, 200)</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ja" sz="1100" u="none" cap="none" strike="noStrike">
                <a:solidFill>
                  <a:schemeClr val="dk1"/>
                </a:solidFill>
                <a:latin typeface="Calibri"/>
                <a:ea typeface="Calibri"/>
                <a:cs typeface="Calibri"/>
                <a:sym typeface="Calibri"/>
              </a:rPr>
              <a:t>    line(0, 600, width, 600)</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ja" sz="1100" u="none" cap="none" strike="noStrike">
                <a:solidFill>
                  <a:schemeClr val="dk1"/>
                </a:solidFill>
                <a:latin typeface="Calibri"/>
                <a:ea typeface="Calibri"/>
                <a:cs typeface="Calibri"/>
                <a:sym typeface="Calibri"/>
              </a:rPr>
              <a:t>    </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ja" sz="1100" u="none" cap="none" strike="noStrike">
                <a:solidFill>
                  <a:schemeClr val="dk1"/>
                </a:solidFill>
                <a:latin typeface="Calibri"/>
                <a:ea typeface="Calibri"/>
                <a:cs typeface="Calibri"/>
                <a:sym typeface="Calibri"/>
              </a:rPr>
              <a:t># 波形を描く    </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ja" sz="1100" u="none" cap="none" strike="noStrike">
                <a:solidFill>
                  <a:schemeClr val="dk1"/>
                </a:solidFill>
                <a:latin typeface="Calibri"/>
                <a:ea typeface="Calibri"/>
                <a:cs typeface="Calibri"/>
                <a:sym typeface="Calibri"/>
              </a:rPr>
              <a:t>    for i in range(1, player.bufferSize()):</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ja" sz="1100" u="none" cap="none" strike="noStrike">
                <a:solidFill>
                  <a:schemeClr val="dk1"/>
                </a:solidFill>
                <a:latin typeface="Calibri"/>
                <a:ea typeface="Calibri"/>
                <a:cs typeface="Calibri"/>
                <a:sym typeface="Calibri"/>
              </a:rPr>
              <a:t>        l = player.left.get(i)</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ja" sz="1100" u="none" cap="none" strike="noStrike">
                <a:solidFill>
                  <a:schemeClr val="dk1"/>
                </a:solidFill>
                <a:latin typeface="Calibri"/>
                <a:ea typeface="Calibri"/>
                <a:cs typeface="Calibri"/>
                <a:sym typeface="Calibri"/>
              </a:rPr>
              <a:t>        r = player.right.get(i)</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ja" sz="1100" u="none" cap="none" strike="noStrike">
                <a:solidFill>
                  <a:schemeClr val="dk1"/>
                </a:solidFill>
                <a:latin typeface="Calibri"/>
                <a:ea typeface="Calibri"/>
                <a:cs typeface="Calibri"/>
                <a:sym typeface="Calibri"/>
              </a:rPr>
              <a:t>        pl = player.left.get(i-1)</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ja" sz="1100" u="none" cap="none" strike="noStrike">
                <a:solidFill>
                  <a:schemeClr val="dk1"/>
                </a:solidFill>
                <a:latin typeface="Calibri"/>
                <a:ea typeface="Calibri"/>
                <a:cs typeface="Calibri"/>
                <a:sym typeface="Calibri"/>
              </a:rPr>
              <a:t>        pr = player.right.get(i-1)       </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ja" sz="1100" u="none" cap="none" strike="noStrike">
                <a:solidFill>
                  <a:schemeClr val="dk1"/>
                </a:solidFill>
                <a:latin typeface="Calibri"/>
                <a:ea typeface="Calibri"/>
                <a:cs typeface="Calibri"/>
                <a:sym typeface="Calibri"/>
              </a:rPr>
              <a:t>        draw_line(i, l, r, pl, pr)</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1" i="0" lang="ja" sz="1100" u="none" cap="none" strike="noStrike">
                <a:solidFill>
                  <a:schemeClr val="dk1"/>
                </a:solidFill>
                <a:latin typeface="Calibri"/>
                <a:ea typeface="Calibri"/>
                <a:cs typeface="Calibri"/>
                <a:sym typeface="Calibri"/>
              </a:rPr>
              <a:t>def draw_line(i, left, right, pleft, pright):</a:t>
            </a:r>
            <a:endParaRPr b="1"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ja" sz="1100" u="none" cap="none" strike="noStrike">
                <a:solidFill>
                  <a:schemeClr val="dk1"/>
                </a:solidFill>
                <a:latin typeface="Calibri"/>
                <a:ea typeface="Calibri"/>
                <a:cs typeface="Calibri"/>
                <a:sym typeface="Calibri"/>
              </a:rPr>
              <a:t>    # 線の太さを設定</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ja" sz="1100" u="none" cap="none" strike="noStrike">
                <a:solidFill>
                  <a:schemeClr val="dk1"/>
                </a:solidFill>
                <a:latin typeface="Calibri"/>
                <a:ea typeface="Calibri"/>
                <a:cs typeface="Calibri"/>
                <a:sym typeface="Calibri"/>
              </a:rPr>
              <a:t>    strokeWeight(2)</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ja" sz="1100" u="none" cap="none" strike="noStrike">
                <a:solidFill>
                  <a:schemeClr val="dk1"/>
                </a:solidFill>
                <a:latin typeface="Calibri"/>
                <a:ea typeface="Calibri"/>
                <a:cs typeface="Calibri"/>
                <a:sym typeface="Calibri"/>
              </a:rPr>
              <a:t>    # L の線の色を設定</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ja" sz="1100" u="none" cap="none" strike="noStrike">
                <a:solidFill>
                  <a:schemeClr val="dk1"/>
                </a:solidFill>
                <a:latin typeface="Calibri"/>
                <a:ea typeface="Calibri"/>
                <a:cs typeface="Calibri"/>
                <a:sym typeface="Calibri"/>
              </a:rPr>
              <a:t>    stroke(0, 255, 0)    </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ja" sz="1100" u="none" cap="none" strike="noStrike">
                <a:solidFill>
                  <a:schemeClr val="dk1"/>
                </a:solidFill>
                <a:latin typeface="Calibri"/>
                <a:ea typeface="Calibri"/>
                <a:cs typeface="Calibri"/>
                <a:sym typeface="Calibri"/>
              </a:rPr>
              <a:t>    line(i-1, calc_pos('l', pleft), i, calc_pos('l', left))</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ja" sz="1100" u="none" cap="none" strike="noStrike">
                <a:solidFill>
                  <a:schemeClr val="dk1"/>
                </a:solidFill>
                <a:latin typeface="Calibri"/>
                <a:ea typeface="Calibri"/>
                <a:cs typeface="Calibri"/>
                <a:sym typeface="Calibri"/>
              </a:rPr>
              <a:t>    </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ja" sz="1100" u="none" cap="none" strike="noStrike">
                <a:solidFill>
                  <a:schemeClr val="dk1"/>
                </a:solidFill>
                <a:latin typeface="Calibri"/>
                <a:ea typeface="Calibri"/>
                <a:cs typeface="Calibri"/>
                <a:sym typeface="Calibri"/>
              </a:rPr>
              <a:t>     # R の線の色を設定</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ja" sz="1100" u="none" cap="none" strike="noStrike">
                <a:solidFill>
                  <a:schemeClr val="dk1"/>
                </a:solidFill>
                <a:latin typeface="Calibri"/>
                <a:ea typeface="Calibri"/>
                <a:cs typeface="Calibri"/>
                <a:sym typeface="Calibri"/>
              </a:rPr>
              <a:t>    stroke(0, 0, 255)</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ja" sz="1100" u="none" cap="none" strike="noStrike">
                <a:solidFill>
                  <a:schemeClr val="dk1"/>
                </a:solidFill>
                <a:latin typeface="Calibri"/>
                <a:ea typeface="Calibri"/>
                <a:cs typeface="Calibri"/>
                <a:sym typeface="Calibri"/>
              </a:rPr>
              <a:t>    line(i-1, calc_pos('r', pright), i, calc_pos('r', right))     </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1" i="0" lang="ja" sz="1100" u="none" cap="none" strike="noStrike">
                <a:solidFill>
                  <a:schemeClr val="dk1"/>
                </a:solidFill>
                <a:latin typeface="Courier New"/>
                <a:ea typeface="Courier New"/>
                <a:cs typeface="Courier New"/>
                <a:sym typeface="Courier New"/>
              </a:rPr>
              <a:t>def stop():</a:t>
            </a:r>
            <a:endParaRPr b="1" i="0" sz="11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1100"/>
              <a:buFont typeface="Arial"/>
              <a:buNone/>
            </a:pPr>
            <a:r>
              <a:rPr b="1" i="0" lang="ja" sz="1100" u="none" cap="none" strike="noStrike">
                <a:solidFill>
                  <a:schemeClr val="dk1"/>
                </a:solidFill>
                <a:latin typeface="Courier New"/>
                <a:ea typeface="Courier New"/>
                <a:cs typeface="Courier New"/>
                <a:sym typeface="Courier New"/>
              </a:rPr>
              <a:t>    player.close()</a:t>
            </a:r>
            <a:endParaRPr b="1" i="0" sz="1100" u="none" cap="none" strike="noStrike">
              <a:solidFill>
                <a:schemeClr val="dk1"/>
              </a:solidFill>
              <a:latin typeface="Courier New"/>
              <a:ea typeface="Courier New"/>
              <a:cs typeface="Courier New"/>
              <a:sym typeface="Courier New"/>
            </a:endParaRPr>
          </a:p>
          <a:p>
            <a:pPr indent="0" lvl="0" marL="76200" marR="76200" rtl="0" algn="l">
              <a:lnSpc>
                <a:spcPct val="150001"/>
              </a:lnSpc>
              <a:spcBef>
                <a:spcPts val="300"/>
              </a:spcBef>
              <a:spcAft>
                <a:spcPts val="0"/>
              </a:spcAft>
              <a:buClr>
                <a:schemeClr val="dk1"/>
              </a:buClr>
              <a:buSzPts val="1100"/>
              <a:buFont typeface="Arial"/>
              <a:buNone/>
            </a:pPr>
            <a:r>
              <a:rPr b="1" i="0" lang="ja" sz="1100" u="none" cap="none" strike="noStrike">
                <a:solidFill>
                  <a:schemeClr val="dk1"/>
                </a:solidFill>
                <a:latin typeface="Courier New"/>
                <a:ea typeface="Courier New"/>
                <a:cs typeface="Courier New"/>
                <a:sym typeface="Courier New"/>
              </a:rPr>
              <a:t>    minim.stop()</a:t>
            </a:r>
            <a:endParaRPr b="1" i="0" sz="11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300"/>
              </a:spcBef>
              <a:spcAft>
                <a:spcPts val="0"/>
              </a:spcAft>
              <a:buClr>
                <a:schemeClr val="dk1"/>
              </a:buClr>
              <a:buSzPts val="1100"/>
              <a:buFont typeface="Arial"/>
              <a:buNone/>
            </a:pPr>
            <a:r>
              <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t/>
            </a:r>
            <a:endParaRPr b="0" i="0" sz="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546" name="Google Shape;546;p40"/>
          <p:cNvSpPr txBox="1"/>
          <p:nvPr/>
        </p:nvSpPr>
        <p:spPr>
          <a:xfrm>
            <a:off x="612150" y="37463"/>
            <a:ext cx="8085000" cy="378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560"/>
              </a:spcBef>
              <a:spcAft>
                <a:spcPts val="0"/>
              </a:spcAft>
              <a:buClr>
                <a:srgbClr val="000000"/>
              </a:buClr>
              <a:buSzPts val="2400"/>
              <a:buFont typeface="Arial"/>
              <a:buNone/>
            </a:pPr>
            <a:r>
              <a:rPr lang="ja" sz="2400">
                <a:solidFill>
                  <a:schemeClr val="dk1"/>
                </a:solidFill>
                <a:latin typeface="Calibri"/>
                <a:ea typeface="Calibri"/>
                <a:cs typeface="Calibri"/>
                <a:sym typeface="Calibri"/>
              </a:rPr>
              <a:t>参考：左右チャンネルの</a:t>
            </a:r>
            <a:r>
              <a:rPr b="0" i="0" lang="ja" sz="2400" u="none" cap="none" strike="noStrike">
                <a:solidFill>
                  <a:schemeClr val="dk1"/>
                </a:solidFill>
                <a:latin typeface="Calibri"/>
                <a:ea typeface="Calibri"/>
                <a:cs typeface="Calibri"/>
                <a:sym typeface="Calibri"/>
              </a:rPr>
              <a:t>波形を表示するプログラム</a:t>
            </a:r>
            <a:endParaRPr b="0" i="0" sz="1200" u="none" cap="none" strike="noStrike">
              <a:solidFill>
                <a:schemeClr val="dk1"/>
              </a:solidFill>
              <a:latin typeface="Calibri"/>
              <a:ea typeface="Calibri"/>
              <a:cs typeface="Calibri"/>
              <a:sym typeface="Calibri"/>
            </a:endParaRPr>
          </a:p>
        </p:txBody>
      </p:sp>
      <p:sp>
        <p:nvSpPr>
          <p:cNvPr id="547" name="Google Shape;547;p40"/>
          <p:cNvSpPr/>
          <p:nvPr/>
        </p:nvSpPr>
        <p:spPr>
          <a:xfrm>
            <a:off x="50500" y="586988"/>
            <a:ext cx="303000" cy="208500"/>
          </a:xfrm>
          <a:prstGeom prst="roundRect">
            <a:avLst>
              <a:gd fmla="val 16667" name="adj"/>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548" name="Google Shape;548;p40"/>
          <p:cNvSpPr/>
          <p:nvPr/>
        </p:nvSpPr>
        <p:spPr>
          <a:xfrm>
            <a:off x="50500" y="2149969"/>
            <a:ext cx="303000" cy="208500"/>
          </a:xfrm>
          <a:prstGeom prst="roundRect">
            <a:avLst>
              <a:gd fmla="val 16667" name="adj"/>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sp>
        <p:nvSpPr>
          <p:cNvPr id="549" name="Google Shape;549;p40"/>
          <p:cNvSpPr/>
          <p:nvPr/>
        </p:nvSpPr>
        <p:spPr>
          <a:xfrm>
            <a:off x="50500" y="3933244"/>
            <a:ext cx="303000" cy="208500"/>
          </a:xfrm>
          <a:prstGeom prst="roundRect">
            <a:avLst>
              <a:gd fmla="val 16667" name="adj"/>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sp>
        <p:nvSpPr>
          <p:cNvPr id="550" name="Google Shape;550;p40"/>
          <p:cNvSpPr txBox="1"/>
          <p:nvPr/>
        </p:nvSpPr>
        <p:spPr>
          <a:xfrm>
            <a:off x="6858050" y="664481"/>
            <a:ext cx="7899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続き</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41"/>
          <p:cNvSpPr txBox="1"/>
          <p:nvPr>
            <p:ph type="title"/>
          </p:nvPr>
        </p:nvSpPr>
        <p:spPr>
          <a:xfrm>
            <a:off x="467544" y="72895"/>
            <a:ext cx="8229600" cy="315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3000"/>
              <a:buNone/>
            </a:pPr>
            <a:r>
              <a:rPr lang="ja"/>
              <a:t>ライブラリの仕様設定、変数の初期設定</a:t>
            </a:r>
            <a:endParaRPr/>
          </a:p>
        </p:txBody>
      </p:sp>
      <p:sp>
        <p:nvSpPr>
          <p:cNvPr id="557" name="Google Shape;557;p41"/>
          <p:cNvSpPr txBox="1"/>
          <p:nvPr>
            <p:ph idx="1" type="body"/>
          </p:nvPr>
        </p:nvSpPr>
        <p:spPr>
          <a:xfrm>
            <a:off x="467544" y="582952"/>
            <a:ext cx="8229600" cy="312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b="1" lang="ja" sz="2300"/>
              <a:t>add_library('minim')</a:t>
            </a:r>
            <a:endParaRPr b="1" sz="2300"/>
          </a:p>
          <a:p>
            <a:pPr indent="0" lvl="0" marL="0" rtl="0" algn="l">
              <a:lnSpc>
                <a:spcPct val="100000"/>
              </a:lnSpc>
              <a:spcBef>
                <a:spcPts val="0"/>
              </a:spcBef>
              <a:spcAft>
                <a:spcPts val="0"/>
              </a:spcAft>
              <a:buSzPts val="2400"/>
              <a:buNone/>
            </a:pPr>
            <a:r>
              <a:t/>
            </a:r>
            <a:endParaRPr sz="2300"/>
          </a:p>
          <a:p>
            <a:pPr indent="0" lvl="0" marL="0" rtl="0" algn="l">
              <a:lnSpc>
                <a:spcPct val="100000"/>
              </a:lnSpc>
              <a:spcBef>
                <a:spcPts val="0"/>
              </a:spcBef>
              <a:spcAft>
                <a:spcPts val="0"/>
              </a:spcAft>
              <a:buSzPts val="2400"/>
              <a:buNone/>
            </a:pPr>
            <a:r>
              <a:rPr lang="ja" sz="2000"/>
              <a:t># 以下の変数について各関数で用いるのでここで定義しておく</a:t>
            </a:r>
            <a:endParaRPr sz="2000"/>
          </a:p>
          <a:p>
            <a:pPr indent="0" lvl="0" marL="0" rtl="0" algn="l">
              <a:lnSpc>
                <a:spcPct val="100000"/>
              </a:lnSpc>
              <a:spcBef>
                <a:spcPts val="0"/>
              </a:spcBef>
              <a:spcAft>
                <a:spcPts val="0"/>
              </a:spcAft>
              <a:buClr>
                <a:schemeClr val="dk1"/>
              </a:buClr>
              <a:buSzPts val="1100"/>
              <a:buFont typeface="Arial"/>
              <a:buNone/>
            </a:pPr>
            <a:r>
              <a:t/>
            </a:r>
            <a:endParaRPr sz="2300"/>
          </a:p>
          <a:p>
            <a:pPr indent="0" lvl="0" marL="0" rtl="0" algn="l">
              <a:lnSpc>
                <a:spcPct val="100000"/>
              </a:lnSpc>
              <a:spcBef>
                <a:spcPts val="0"/>
              </a:spcBef>
              <a:spcAft>
                <a:spcPts val="0"/>
              </a:spcAft>
              <a:buClr>
                <a:schemeClr val="dk1"/>
              </a:buClr>
              <a:buSzPts val="1100"/>
              <a:buFont typeface="Arial"/>
              <a:buNone/>
            </a:pPr>
            <a:r>
              <a:rPr lang="ja" sz="2300"/>
              <a:t># Soundファイルから入力された信号の増幅率を設定</a:t>
            </a:r>
            <a:endParaRPr sz="2300"/>
          </a:p>
          <a:p>
            <a:pPr indent="0" lvl="0" marL="0" rtl="0" algn="l">
              <a:lnSpc>
                <a:spcPct val="100000"/>
              </a:lnSpc>
              <a:spcBef>
                <a:spcPts val="0"/>
              </a:spcBef>
              <a:spcAft>
                <a:spcPts val="0"/>
              </a:spcAft>
              <a:buClr>
                <a:schemeClr val="dk1"/>
              </a:buClr>
              <a:buSzPts val="1100"/>
              <a:buFont typeface="Arial"/>
              <a:buNone/>
            </a:pPr>
            <a:r>
              <a:rPr lang="ja" sz="2300"/>
              <a:t>amp = 200</a:t>
            </a:r>
            <a:endParaRPr sz="3400"/>
          </a:p>
        </p:txBody>
      </p:sp>
      <p:sp>
        <p:nvSpPr>
          <p:cNvPr id="558" name="Google Shape;558;p41"/>
          <p:cNvSpPr txBox="1"/>
          <p:nvPr>
            <p:ph idx="12" type="sldNum"/>
          </p:nvPr>
        </p:nvSpPr>
        <p:spPr>
          <a:xfrm>
            <a:off x="8568700" y="4038407"/>
            <a:ext cx="575400" cy="315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ja"/>
              <a:t>‹#›</a:t>
            </a:fld>
            <a:endParaRPr/>
          </a:p>
        </p:txBody>
      </p:sp>
      <p:sp>
        <p:nvSpPr>
          <p:cNvPr id="559" name="Google Shape;559;p41"/>
          <p:cNvSpPr/>
          <p:nvPr/>
        </p:nvSpPr>
        <p:spPr>
          <a:xfrm>
            <a:off x="50500" y="586988"/>
            <a:ext cx="303000" cy="208500"/>
          </a:xfrm>
          <a:prstGeom prst="roundRect">
            <a:avLst>
              <a:gd fmla="val 16667" name="adj"/>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42"/>
          <p:cNvSpPr txBox="1"/>
          <p:nvPr>
            <p:ph type="title"/>
          </p:nvPr>
        </p:nvSpPr>
        <p:spPr>
          <a:xfrm>
            <a:off x="467544" y="72895"/>
            <a:ext cx="8229600" cy="315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3000"/>
              <a:buNone/>
            </a:pPr>
            <a:r>
              <a:rPr lang="ja"/>
              <a:t>音楽再生の準備</a:t>
            </a:r>
            <a:endParaRPr/>
          </a:p>
        </p:txBody>
      </p:sp>
      <p:sp>
        <p:nvSpPr>
          <p:cNvPr id="566" name="Google Shape;566;p42"/>
          <p:cNvSpPr txBox="1"/>
          <p:nvPr>
            <p:ph idx="1" type="body"/>
          </p:nvPr>
        </p:nvSpPr>
        <p:spPr>
          <a:xfrm>
            <a:off x="467544" y="582952"/>
            <a:ext cx="8229600" cy="312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b="1" lang="ja" sz="2700"/>
              <a:t>def setup():</a:t>
            </a:r>
            <a:endParaRPr b="1" sz="2700"/>
          </a:p>
          <a:p>
            <a:pPr indent="0" lvl="0" marL="0" rtl="0" algn="l">
              <a:lnSpc>
                <a:spcPct val="100000"/>
              </a:lnSpc>
              <a:spcBef>
                <a:spcPts val="0"/>
              </a:spcBef>
              <a:spcAft>
                <a:spcPts val="0"/>
              </a:spcAft>
              <a:buClr>
                <a:schemeClr val="dk1"/>
              </a:buClr>
              <a:buSzPts val="1100"/>
              <a:buFont typeface="Arial"/>
              <a:buNone/>
            </a:pPr>
            <a:r>
              <a:rPr b="1" lang="ja" sz="2700"/>
              <a:t>    # グローバル変数</a:t>
            </a:r>
            <a:endParaRPr b="1" sz="2700"/>
          </a:p>
          <a:p>
            <a:pPr indent="0" lvl="0" marL="0" rtl="0" algn="l">
              <a:lnSpc>
                <a:spcPct val="100000"/>
              </a:lnSpc>
              <a:spcBef>
                <a:spcPts val="0"/>
              </a:spcBef>
              <a:spcAft>
                <a:spcPts val="0"/>
              </a:spcAft>
              <a:buClr>
                <a:schemeClr val="dk1"/>
              </a:buClr>
              <a:buSzPts val="1100"/>
              <a:buFont typeface="Arial"/>
              <a:buNone/>
            </a:pPr>
            <a:r>
              <a:rPr b="1" lang="ja" sz="2700"/>
              <a:t>    global minim, player</a:t>
            </a:r>
            <a:endParaRPr b="1" sz="2700"/>
          </a:p>
          <a:p>
            <a:pPr indent="0" lvl="0" marL="0" rtl="0" algn="l">
              <a:lnSpc>
                <a:spcPct val="100000"/>
              </a:lnSpc>
              <a:spcBef>
                <a:spcPts val="0"/>
              </a:spcBef>
              <a:spcAft>
                <a:spcPts val="0"/>
              </a:spcAft>
              <a:buClr>
                <a:schemeClr val="dk1"/>
              </a:buClr>
              <a:buSzPts val="1100"/>
              <a:buFont typeface="Arial"/>
              <a:buNone/>
            </a:pPr>
            <a:r>
              <a:rPr lang="ja" sz="2700"/>
              <a:t>    </a:t>
            </a:r>
            <a:endParaRPr sz="2700"/>
          </a:p>
          <a:p>
            <a:pPr indent="0" lvl="0" marL="0" rtl="0" algn="l">
              <a:lnSpc>
                <a:spcPct val="100000"/>
              </a:lnSpc>
              <a:spcBef>
                <a:spcPts val="0"/>
              </a:spcBef>
              <a:spcAft>
                <a:spcPts val="0"/>
              </a:spcAft>
              <a:buClr>
                <a:schemeClr val="dk1"/>
              </a:buClr>
              <a:buSzPts val="1100"/>
              <a:buFont typeface="Arial"/>
              <a:buNone/>
            </a:pPr>
            <a:r>
              <a:rPr lang="ja" sz="2700"/>
              <a:t>    # ウィンドウサイズ</a:t>
            </a:r>
            <a:endParaRPr sz="2700"/>
          </a:p>
          <a:p>
            <a:pPr indent="0" lvl="0" marL="0" rtl="0" algn="l">
              <a:lnSpc>
                <a:spcPct val="100000"/>
              </a:lnSpc>
              <a:spcBef>
                <a:spcPts val="0"/>
              </a:spcBef>
              <a:spcAft>
                <a:spcPts val="0"/>
              </a:spcAft>
              <a:buClr>
                <a:schemeClr val="dk1"/>
              </a:buClr>
              <a:buSzPts val="1100"/>
              <a:buFont typeface="Arial"/>
              <a:buNone/>
            </a:pPr>
            <a:r>
              <a:rPr lang="ja" sz="2700"/>
              <a:t>    size(800,800)</a:t>
            </a:r>
            <a:endParaRPr sz="2700"/>
          </a:p>
          <a:p>
            <a:pPr indent="0" lvl="0" marL="0" rtl="0" algn="l">
              <a:lnSpc>
                <a:spcPct val="100000"/>
              </a:lnSpc>
              <a:spcBef>
                <a:spcPts val="0"/>
              </a:spcBef>
              <a:spcAft>
                <a:spcPts val="0"/>
              </a:spcAft>
              <a:buClr>
                <a:schemeClr val="dk1"/>
              </a:buClr>
              <a:buSzPts val="1100"/>
              <a:buFont typeface="Arial"/>
              <a:buNone/>
            </a:pPr>
            <a:r>
              <a:rPr lang="ja" sz="2700"/>
              <a:t>    </a:t>
            </a:r>
            <a:endParaRPr sz="2700"/>
          </a:p>
          <a:p>
            <a:pPr indent="0" lvl="0" marL="0" rtl="0" algn="l">
              <a:lnSpc>
                <a:spcPct val="100000"/>
              </a:lnSpc>
              <a:spcBef>
                <a:spcPts val="0"/>
              </a:spcBef>
              <a:spcAft>
                <a:spcPts val="0"/>
              </a:spcAft>
              <a:buClr>
                <a:schemeClr val="dk1"/>
              </a:buClr>
              <a:buSzPts val="1100"/>
              <a:buFont typeface="Arial"/>
              <a:buNone/>
            </a:pPr>
            <a:r>
              <a:rPr lang="ja" sz="2700"/>
              <a:t>    minim = Minim(this)</a:t>
            </a:r>
            <a:endParaRPr sz="2700"/>
          </a:p>
          <a:p>
            <a:pPr indent="0" lvl="0" marL="0" rtl="0" algn="l">
              <a:lnSpc>
                <a:spcPct val="100000"/>
              </a:lnSpc>
              <a:spcBef>
                <a:spcPts val="0"/>
              </a:spcBef>
              <a:spcAft>
                <a:spcPts val="0"/>
              </a:spcAft>
              <a:buClr>
                <a:schemeClr val="dk1"/>
              </a:buClr>
              <a:buSzPts val="1100"/>
              <a:buFont typeface="Arial"/>
              <a:buNone/>
            </a:pPr>
            <a:r>
              <a:rPr lang="ja" sz="2700"/>
              <a:t>    player = minim.loadFile('../sounddata/</a:t>
            </a:r>
            <a:r>
              <a:rPr lang="ja" sz="2700">
                <a:highlight>
                  <a:srgbClr val="00FFFF"/>
                </a:highlight>
              </a:rPr>
              <a:t>音楽ファイル</a:t>
            </a:r>
            <a:r>
              <a:rPr lang="ja" sz="2700"/>
              <a:t>')</a:t>
            </a:r>
            <a:endParaRPr sz="2700"/>
          </a:p>
          <a:p>
            <a:pPr indent="0" lvl="0" marL="0" rtl="0" algn="l">
              <a:lnSpc>
                <a:spcPct val="100000"/>
              </a:lnSpc>
              <a:spcBef>
                <a:spcPts val="0"/>
              </a:spcBef>
              <a:spcAft>
                <a:spcPts val="0"/>
              </a:spcAft>
              <a:buClr>
                <a:schemeClr val="dk1"/>
              </a:buClr>
              <a:buSzPts val="1100"/>
              <a:buFont typeface="Arial"/>
              <a:buNone/>
            </a:pPr>
            <a:r>
              <a:rPr lang="ja" sz="2700"/>
              <a:t>    player.loop()</a:t>
            </a:r>
            <a:endParaRPr sz="3800"/>
          </a:p>
        </p:txBody>
      </p:sp>
      <p:sp>
        <p:nvSpPr>
          <p:cNvPr id="567" name="Google Shape;567;p42"/>
          <p:cNvSpPr txBox="1"/>
          <p:nvPr>
            <p:ph idx="12" type="sldNum"/>
          </p:nvPr>
        </p:nvSpPr>
        <p:spPr>
          <a:xfrm>
            <a:off x="8568700" y="4038407"/>
            <a:ext cx="575400" cy="315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ja"/>
              <a:t>‹#›</a:t>
            </a:fld>
            <a:endParaRPr/>
          </a:p>
        </p:txBody>
      </p:sp>
      <p:sp>
        <p:nvSpPr>
          <p:cNvPr id="568" name="Google Shape;568;p42"/>
          <p:cNvSpPr/>
          <p:nvPr/>
        </p:nvSpPr>
        <p:spPr>
          <a:xfrm>
            <a:off x="50500" y="586988"/>
            <a:ext cx="303000" cy="208500"/>
          </a:xfrm>
          <a:prstGeom prst="roundRect">
            <a:avLst>
              <a:gd fmla="val 16667" name="adj"/>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43"/>
          <p:cNvSpPr txBox="1"/>
          <p:nvPr>
            <p:ph type="title"/>
          </p:nvPr>
        </p:nvSpPr>
        <p:spPr>
          <a:xfrm>
            <a:off x="467544" y="72895"/>
            <a:ext cx="8229600" cy="315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3000"/>
              <a:buNone/>
            </a:pPr>
            <a:r>
              <a:rPr lang="ja"/>
              <a:t>draw関数の定義</a:t>
            </a:r>
            <a:endParaRPr/>
          </a:p>
        </p:txBody>
      </p:sp>
      <p:sp>
        <p:nvSpPr>
          <p:cNvPr id="575" name="Google Shape;575;p43"/>
          <p:cNvSpPr txBox="1"/>
          <p:nvPr>
            <p:ph idx="1" type="body"/>
          </p:nvPr>
        </p:nvSpPr>
        <p:spPr>
          <a:xfrm>
            <a:off x="467547" y="699544"/>
            <a:ext cx="3716400" cy="3997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b="1" lang="ja" sz="1900"/>
              <a:t>def draw():</a:t>
            </a:r>
            <a:endParaRPr b="1" sz="1900"/>
          </a:p>
          <a:p>
            <a:pPr indent="0" lvl="0" marL="0" rtl="0" algn="l">
              <a:lnSpc>
                <a:spcPct val="100000"/>
              </a:lnSpc>
              <a:spcBef>
                <a:spcPts val="0"/>
              </a:spcBef>
              <a:spcAft>
                <a:spcPts val="0"/>
              </a:spcAft>
              <a:buClr>
                <a:schemeClr val="dk1"/>
              </a:buClr>
              <a:buSzPts val="1100"/>
              <a:buFont typeface="Arial"/>
              <a:buNone/>
            </a:pPr>
            <a:r>
              <a:rPr lang="ja" sz="1900"/>
              <a:t>  </a:t>
            </a:r>
            <a:r>
              <a:rPr b="1" lang="ja" sz="1900"/>
              <a:t>  # グローバル変数</a:t>
            </a:r>
            <a:endParaRPr b="1" sz="1900"/>
          </a:p>
          <a:p>
            <a:pPr indent="0" lvl="0" marL="0" rtl="0" algn="l">
              <a:lnSpc>
                <a:spcPct val="100000"/>
              </a:lnSpc>
              <a:spcBef>
                <a:spcPts val="0"/>
              </a:spcBef>
              <a:spcAft>
                <a:spcPts val="0"/>
              </a:spcAft>
              <a:buClr>
                <a:schemeClr val="dk1"/>
              </a:buClr>
              <a:buSzPts val="1100"/>
              <a:buFont typeface="Arial"/>
              <a:buNone/>
            </a:pPr>
            <a:r>
              <a:rPr b="1" lang="ja" sz="1900"/>
              <a:t>    global player</a:t>
            </a:r>
            <a:endParaRPr b="1" sz="1900"/>
          </a:p>
          <a:p>
            <a:pPr indent="0" lvl="0" marL="0" rtl="0" algn="l">
              <a:lnSpc>
                <a:spcPct val="100000"/>
              </a:lnSpc>
              <a:spcBef>
                <a:spcPts val="0"/>
              </a:spcBef>
              <a:spcAft>
                <a:spcPts val="0"/>
              </a:spcAft>
              <a:buClr>
                <a:schemeClr val="dk1"/>
              </a:buClr>
              <a:buSzPts val="1100"/>
              <a:buFont typeface="Arial"/>
              <a:buNone/>
            </a:pPr>
            <a:r>
              <a:rPr lang="ja" sz="1900"/>
              <a:t>    </a:t>
            </a:r>
            <a:endParaRPr sz="1900"/>
          </a:p>
          <a:p>
            <a:pPr indent="0" lvl="0" marL="0" rtl="0" algn="l">
              <a:lnSpc>
                <a:spcPct val="100000"/>
              </a:lnSpc>
              <a:spcBef>
                <a:spcPts val="0"/>
              </a:spcBef>
              <a:spcAft>
                <a:spcPts val="0"/>
              </a:spcAft>
              <a:buClr>
                <a:schemeClr val="dk1"/>
              </a:buClr>
              <a:buSzPts val="1100"/>
              <a:buFont typeface="Arial"/>
              <a:buNone/>
            </a:pPr>
            <a:r>
              <a:rPr lang="ja" sz="1900"/>
              <a:t>    # ウィンドウの背景を黒に設定</a:t>
            </a:r>
            <a:endParaRPr sz="1900"/>
          </a:p>
          <a:p>
            <a:pPr indent="0" lvl="0" marL="0" rtl="0" algn="l">
              <a:lnSpc>
                <a:spcPct val="100000"/>
              </a:lnSpc>
              <a:spcBef>
                <a:spcPts val="0"/>
              </a:spcBef>
              <a:spcAft>
                <a:spcPts val="0"/>
              </a:spcAft>
              <a:buClr>
                <a:schemeClr val="dk1"/>
              </a:buClr>
              <a:buSzPts val="1100"/>
              <a:buFont typeface="Arial"/>
              <a:buNone/>
            </a:pPr>
            <a:r>
              <a:rPr lang="ja" sz="1900"/>
              <a:t>    background(0)</a:t>
            </a:r>
            <a:endParaRPr sz="1900"/>
          </a:p>
          <a:p>
            <a:pPr indent="0" lvl="0" marL="0" rtl="0" algn="l">
              <a:lnSpc>
                <a:spcPct val="100000"/>
              </a:lnSpc>
              <a:spcBef>
                <a:spcPts val="0"/>
              </a:spcBef>
              <a:spcAft>
                <a:spcPts val="0"/>
              </a:spcAft>
              <a:buClr>
                <a:schemeClr val="dk1"/>
              </a:buClr>
              <a:buSzPts val="1100"/>
              <a:buFont typeface="Arial"/>
              <a:buNone/>
            </a:pPr>
            <a:r>
              <a:rPr lang="ja" sz="1900"/>
              <a:t>    stroke(255)</a:t>
            </a:r>
            <a:endParaRPr sz="1900"/>
          </a:p>
          <a:p>
            <a:pPr indent="0" lvl="0" marL="0" rtl="0" algn="l">
              <a:lnSpc>
                <a:spcPct val="100000"/>
              </a:lnSpc>
              <a:spcBef>
                <a:spcPts val="560"/>
              </a:spcBef>
              <a:spcAft>
                <a:spcPts val="0"/>
              </a:spcAft>
              <a:buSzPts val="2400"/>
              <a:buNone/>
            </a:pPr>
            <a:r>
              <a:t/>
            </a:r>
            <a:endParaRPr sz="3000"/>
          </a:p>
        </p:txBody>
      </p:sp>
      <p:sp>
        <p:nvSpPr>
          <p:cNvPr id="576" name="Google Shape;576;p43"/>
          <p:cNvSpPr txBox="1"/>
          <p:nvPr>
            <p:ph idx="12" type="sldNum"/>
          </p:nvPr>
        </p:nvSpPr>
        <p:spPr>
          <a:xfrm>
            <a:off x="8568700" y="4038407"/>
            <a:ext cx="575400" cy="315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ja"/>
              <a:t>‹#›</a:t>
            </a:fld>
            <a:endParaRPr/>
          </a:p>
        </p:txBody>
      </p:sp>
      <p:sp>
        <p:nvSpPr>
          <p:cNvPr id="577" name="Google Shape;577;p43"/>
          <p:cNvSpPr txBox="1"/>
          <p:nvPr>
            <p:ph idx="1" type="body"/>
          </p:nvPr>
        </p:nvSpPr>
        <p:spPr>
          <a:xfrm>
            <a:off x="4623925" y="793069"/>
            <a:ext cx="4520100" cy="3997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2400"/>
              <a:buNone/>
            </a:pPr>
            <a:r>
              <a:rPr lang="ja" sz="1900"/>
              <a:t># 左の続き    </a:t>
            </a:r>
            <a:endParaRPr sz="1900"/>
          </a:p>
          <a:p>
            <a:pPr indent="0" lvl="0" marL="0" rtl="0" algn="l">
              <a:lnSpc>
                <a:spcPct val="100000"/>
              </a:lnSpc>
              <a:spcBef>
                <a:spcPts val="0"/>
              </a:spcBef>
              <a:spcAft>
                <a:spcPts val="0"/>
              </a:spcAft>
              <a:buSzPts val="2400"/>
              <a:buNone/>
            </a:pPr>
            <a:r>
              <a:rPr lang="ja" sz="1900"/>
              <a:t># 文字の色、サイズを設定LとRを表示</a:t>
            </a:r>
            <a:endParaRPr sz="1900"/>
          </a:p>
          <a:p>
            <a:pPr indent="0" lvl="0" marL="0" rtl="0" algn="l">
              <a:lnSpc>
                <a:spcPct val="100000"/>
              </a:lnSpc>
              <a:spcBef>
                <a:spcPts val="0"/>
              </a:spcBef>
              <a:spcAft>
                <a:spcPts val="0"/>
              </a:spcAft>
              <a:buSzPts val="2400"/>
              <a:buNone/>
            </a:pPr>
            <a:r>
              <a:rPr lang="ja" sz="1900"/>
              <a:t>    fill(255)</a:t>
            </a:r>
            <a:endParaRPr sz="1900"/>
          </a:p>
          <a:p>
            <a:pPr indent="0" lvl="0" marL="0" rtl="0" algn="l">
              <a:lnSpc>
                <a:spcPct val="100000"/>
              </a:lnSpc>
              <a:spcBef>
                <a:spcPts val="0"/>
              </a:spcBef>
              <a:spcAft>
                <a:spcPts val="0"/>
              </a:spcAft>
              <a:buSzPts val="2400"/>
              <a:buNone/>
            </a:pPr>
            <a:r>
              <a:rPr lang="ja" sz="1900"/>
              <a:t>    textSize(30)</a:t>
            </a:r>
            <a:endParaRPr sz="1900"/>
          </a:p>
          <a:p>
            <a:pPr indent="0" lvl="0" marL="0" rtl="0" algn="l">
              <a:lnSpc>
                <a:spcPct val="100000"/>
              </a:lnSpc>
              <a:spcBef>
                <a:spcPts val="0"/>
              </a:spcBef>
              <a:spcAft>
                <a:spcPts val="0"/>
              </a:spcAft>
              <a:buSzPts val="2400"/>
              <a:buNone/>
            </a:pPr>
            <a:r>
              <a:rPr lang="ja" sz="1900"/>
              <a:t>    text("L", 50, 100)</a:t>
            </a:r>
            <a:endParaRPr sz="1900"/>
          </a:p>
          <a:p>
            <a:pPr indent="0" lvl="0" marL="0" rtl="0" algn="l">
              <a:lnSpc>
                <a:spcPct val="100000"/>
              </a:lnSpc>
              <a:spcBef>
                <a:spcPts val="0"/>
              </a:spcBef>
              <a:spcAft>
                <a:spcPts val="0"/>
              </a:spcAft>
              <a:buSzPts val="2400"/>
              <a:buNone/>
            </a:pPr>
            <a:r>
              <a:rPr lang="ja" sz="1900"/>
              <a:t>    text("R", 50, 500)</a:t>
            </a:r>
            <a:endParaRPr sz="1900"/>
          </a:p>
          <a:p>
            <a:pPr indent="0" lvl="0" marL="0" rtl="0" algn="l">
              <a:lnSpc>
                <a:spcPct val="100000"/>
              </a:lnSpc>
              <a:spcBef>
                <a:spcPts val="0"/>
              </a:spcBef>
              <a:spcAft>
                <a:spcPts val="0"/>
              </a:spcAft>
              <a:buSzPts val="2400"/>
              <a:buNone/>
            </a:pPr>
            <a:r>
              <a:rPr lang="ja" sz="1900"/>
              <a:t>    </a:t>
            </a:r>
            <a:endParaRPr sz="1900"/>
          </a:p>
          <a:p>
            <a:pPr indent="0" lvl="0" marL="0" rtl="0" algn="l">
              <a:lnSpc>
                <a:spcPct val="100000"/>
              </a:lnSpc>
              <a:spcBef>
                <a:spcPts val="0"/>
              </a:spcBef>
              <a:spcAft>
                <a:spcPts val="0"/>
              </a:spcAft>
              <a:buSzPts val="2400"/>
              <a:buNone/>
            </a:pPr>
            <a:r>
              <a:rPr lang="ja" sz="1900"/>
              <a:t>    # グラフの基準線を描画</a:t>
            </a:r>
            <a:endParaRPr sz="1900"/>
          </a:p>
          <a:p>
            <a:pPr indent="0" lvl="0" marL="0" rtl="0" algn="l">
              <a:lnSpc>
                <a:spcPct val="100000"/>
              </a:lnSpc>
              <a:spcBef>
                <a:spcPts val="0"/>
              </a:spcBef>
              <a:spcAft>
                <a:spcPts val="0"/>
              </a:spcAft>
              <a:buSzPts val="2400"/>
              <a:buNone/>
            </a:pPr>
            <a:r>
              <a:rPr lang="ja" sz="1900"/>
              <a:t>    line(0, 200, width, 200)</a:t>
            </a:r>
            <a:endParaRPr sz="1900"/>
          </a:p>
          <a:p>
            <a:pPr indent="0" lvl="0" marL="0" rtl="0" algn="l">
              <a:lnSpc>
                <a:spcPct val="100000"/>
              </a:lnSpc>
              <a:spcBef>
                <a:spcPts val="0"/>
              </a:spcBef>
              <a:spcAft>
                <a:spcPts val="0"/>
              </a:spcAft>
              <a:buSzPts val="2400"/>
              <a:buNone/>
            </a:pPr>
            <a:r>
              <a:rPr lang="ja" sz="1900"/>
              <a:t>    line(0, 600, width, 600)</a:t>
            </a:r>
            <a:endParaRPr sz="1900"/>
          </a:p>
          <a:p>
            <a:pPr indent="0" lvl="0" marL="0" rtl="0" algn="l">
              <a:lnSpc>
                <a:spcPct val="100000"/>
              </a:lnSpc>
              <a:spcBef>
                <a:spcPts val="0"/>
              </a:spcBef>
              <a:spcAft>
                <a:spcPts val="0"/>
              </a:spcAft>
              <a:buSzPts val="2400"/>
              <a:buNone/>
            </a:pPr>
            <a:r>
              <a:rPr lang="ja" sz="1900"/>
              <a:t>    </a:t>
            </a:r>
            <a:endParaRPr sz="1900"/>
          </a:p>
          <a:p>
            <a:pPr indent="0" lvl="0" marL="0" rtl="0" algn="l">
              <a:lnSpc>
                <a:spcPct val="100000"/>
              </a:lnSpc>
              <a:spcBef>
                <a:spcPts val="0"/>
              </a:spcBef>
              <a:spcAft>
                <a:spcPts val="0"/>
              </a:spcAft>
              <a:buSzPts val="2400"/>
              <a:buNone/>
            </a:pPr>
            <a:r>
              <a:rPr lang="ja" sz="1900"/>
              <a:t>    # 波形を描く    </a:t>
            </a:r>
            <a:endParaRPr sz="1900"/>
          </a:p>
          <a:p>
            <a:pPr indent="0" lvl="0" marL="0" rtl="0" algn="l">
              <a:lnSpc>
                <a:spcPct val="100000"/>
              </a:lnSpc>
              <a:spcBef>
                <a:spcPts val="0"/>
              </a:spcBef>
              <a:spcAft>
                <a:spcPts val="0"/>
              </a:spcAft>
              <a:buSzPts val="2400"/>
              <a:buNone/>
            </a:pPr>
            <a:r>
              <a:rPr lang="ja" sz="1900"/>
              <a:t>    for i in range(1, player.bufferSize()):</a:t>
            </a:r>
            <a:endParaRPr sz="1900"/>
          </a:p>
          <a:p>
            <a:pPr indent="0" lvl="0" marL="0" rtl="0" algn="l">
              <a:lnSpc>
                <a:spcPct val="100000"/>
              </a:lnSpc>
              <a:spcBef>
                <a:spcPts val="0"/>
              </a:spcBef>
              <a:spcAft>
                <a:spcPts val="0"/>
              </a:spcAft>
              <a:buSzPts val="2400"/>
              <a:buNone/>
            </a:pPr>
            <a:r>
              <a:rPr lang="ja" sz="1900"/>
              <a:t>        l = player.left.get(i)</a:t>
            </a:r>
            <a:endParaRPr sz="1900"/>
          </a:p>
          <a:p>
            <a:pPr indent="0" lvl="0" marL="0" rtl="0" algn="l">
              <a:lnSpc>
                <a:spcPct val="100000"/>
              </a:lnSpc>
              <a:spcBef>
                <a:spcPts val="0"/>
              </a:spcBef>
              <a:spcAft>
                <a:spcPts val="0"/>
              </a:spcAft>
              <a:buSzPts val="2400"/>
              <a:buNone/>
            </a:pPr>
            <a:r>
              <a:rPr lang="ja" sz="1900"/>
              <a:t>        r = player.right.get(i)</a:t>
            </a:r>
            <a:endParaRPr sz="1900"/>
          </a:p>
          <a:p>
            <a:pPr indent="0" lvl="0" marL="0" rtl="0" algn="l">
              <a:lnSpc>
                <a:spcPct val="100000"/>
              </a:lnSpc>
              <a:spcBef>
                <a:spcPts val="0"/>
              </a:spcBef>
              <a:spcAft>
                <a:spcPts val="0"/>
              </a:spcAft>
              <a:buSzPts val="2400"/>
              <a:buNone/>
            </a:pPr>
            <a:r>
              <a:rPr lang="ja" sz="1900"/>
              <a:t>        pl = player.left.get(i-1)</a:t>
            </a:r>
            <a:endParaRPr sz="1900"/>
          </a:p>
          <a:p>
            <a:pPr indent="0" lvl="0" marL="0" rtl="0" algn="l">
              <a:lnSpc>
                <a:spcPct val="100000"/>
              </a:lnSpc>
              <a:spcBef>
                <a:spcPts val="0"/>
              </a:spcBef>
              <a:spcAft>
                <a:spcPts val="0"/>
              </a:spcAft>
              <a:buSzPts val="2400"/>
              <a:buNone/>
            </a:pPr>
            <a:r>
              <a:rPr lang="ja" sz="1900"/>
              <a:t>        pr = player.right.get(i-1)       </a:t>
            </a:r>
            <a:endParaRPr sz="1900"/>
          </a:p>
          <a:p>
            <a:pPr indent="0" lvl="0" marL="0" rtl="0" algn="l">
              <a:lnSpc>
                <a:spcPct val="100000"/>
              </a:lnSpc>
              <a:spcBef>
                <a:spcPts val="0"/>
              </a:spcBef>
              <a:spcAft>
                <a:spcPts val="0"/>
              </a:spcAft>
              <a:buSzPts val="2400"/>
              <a:buNone/>
            </a:pPr>
            <a:r>
              <a:rPr lang="ja" sz="1900"/>
              <a:t>     </a:t>
            </a:r>
            <a:r>
              <a:rPr b="1" lang="ja" sz="1900"/>
              <a:t>   draw_line(i, l, r, pl, pr)</a:t>
            </a:r>
            <a:endParaRPr b="1" sz="1900"/>
          </a:p>
          <a:p>
            <a:pPr indent="0" lvl="0" marL="0" rtl="0" algn="l">
              <a:lnSpc>
                <a:spcPct val="100000"/>
              </a:lnSpc>
              <a:spcBef>
                <a:spcPts val="0"/>
              </a:spcBef>
              <a:spcAft>
                <a:spcPts val="0"/>
              </a:spcAft>
              <a:buSzPts val="2400"/>
              <a:buNone/>
            </a:pPr>
            <a:r>
              <a:t/>
            </a:r>
            <a:endParaRPr b="1" sz="2700"/>
          </a:p>
          <a:p>
            <a:pPr indent="0" lvl="0" marL="0" rtl="0" algn="l">
              <a:lnSpc>
                <a:spcPct val="100000"/>
              </a:lnSpc>
              <a:spcBef>
                <a:spcPts val="560"/>
              </a:spcBef>
              <a:spcAft>
                <a:spcPts val="0"/>
              </a:spcAft>
              <a:buSzPts val="2400"/>
              <a:buNone/>
            </a:pPr>
            <a:r>
              <a:t/>
            </a:r>
            <a:endParaRPr sz="3800"/>
          </a:p>
        </p:txBody>
      </p:sp>
      <p:sp>
        <p:nvSpPr>
          <p:cNvPr id="578" name="Google Shape;578;p43"/>
          <p:cNvSpPr/>
          <p:nvPr/>
        </p:nvSpPr>
        <p:spPr>
          <a:xfrm>
            <a:off x="50500" y="586988"/>
            <a:ext cx="303000" cy="208500"/>
          </a:xfrm>
          <a:prstGeom prst="roundRect">
            <a:avLst>
              <a:gd fmla="val 16667" name="adj"/>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cxnSp>
        <p:nvCxnSpPr>
          <p:cNvPr id="579" name="Google Shape;579;p43"/>
          <p:cNvCxnSpPr/>
          <p:nvPr/>
        </p:nvCxnSpPr>
        <p:spPr>
          <a:xfrm rot="10800000">
            <a:off x="5350000" y="4721644"/>
            <a:ext cx="227400" cy="179700"/>
          </a:xfrm>
          <a:prstGeom prst="straightConnector1">
            <a:avLst/>
          </a:prstGeom>
          <a:noFill/>
          <a:ln cap="flat" cmpd="sng" w="9525">
            <a:solidFill>
              <a:schemeClr val="dk2"/>
            </a:solidFill>
            <a:prstDash val="solid"/>
            <a:round/>
            <a:headEnd len="sm" w="sm" type="none"/>
            <a:tailEnd len="med" w="med" type="triangle"/>
          </a:ln>
        </p:spPr>
      </p:cxnSp>
      <p:sp>
        <p:nvSpPr>
          <p:cNvPr id="580" name="Google Shape;580;p43"/>
          <p:cNvSpPr txBox="1"/>
          <p:nvPr/>
        </p:nvSpPr>
        <p:spPr>
          <a:xfrm>
            <a:off x="5577400" y="4790194"/>
            <a:ext cx="2274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独自関数draw_line</a:t>
            </a:r>
            <a:endParaRPr b="0" i="0" sz="1400" u="none" cap="none" strike="noStrike">
              <a:solidFill>
                <a:srgbClr val="000000"/>
              </a:solidFill>
              <a:latin typeface="Arial"/>
              <a:ea typeface="Arial"/>
              <a:cs typeface="Arial"/>
              <a:sym typeface="Arial"/>
            </a:endParaRPr>
          </a:p>
        </p:txBody>
      </p:sp>
      <p:cxnSp>
        <p:nvCxnSpPr>
          <p:cNvPr id="581" name="Google Shape;581;p43"/>
          <p:cNvCxnSpPr/>
          <p:nvPr/>
        </p:nvCxnSpPr>
        <p:spPr>
          <a:xfrm flipH="1" rot="10800000">
            <a:off x="4260875" y="3714056"/>
            <a:ext cx="750900" cy="2400"/>
          </a:xfrm>
          <a:prstGeom prst="straightConnector1">
            <a:avLst/>
          </a:prstGeom>
          <a:noFill/>
          <a:ln cap="flat" cmpd="sng" w="9525">
            <a:solidFill>
              <a:schemeClr val="dk2"/>
            </a:solidFill>
            <a:prstDash val="solid"/>
            <a:round/>
            <a:headEnd len="sm" w="sm" type="none"/>
            <a:tailEnd len="med" w="med" type="triangle"/>
          </a:ln>
        </p:spPr>
      </p:cxnSp>
      <p:graphicFrame>
        <p:nvGraphicFramePr>
          <p:cNvPr id="582" name="Google Shape;582;p43"/>
          <p:cNvGraphicFramePr/>
          <p:nvPr/>
        </p:nvGraphicFramePr>
        <p:xfrm>
          <a:off x="1820000" y="3180413"/>
          <a:ext cx="3000000" cy="3000000"/>
        </p:xfrm>
        <a:graphic>
          <a:graphicData uri="http://schemas.openxmlformats.org/drawingml/2006/table">
            <a:tbl>
              <a:tblPr>
                <a:noFill/>
                <a:tableStyleId>{DD66B73E-5C48-442A-80D4-7AE7A14F740E}</a:tableStyleId>
              </a:tblPr>
              <a:tblGrid>
                <a:gridCol w="382850"/>
                <a:gridCol w="1885100"/>
              </a:tblGrid>
              <a:tr h="285750">
                <a:tc>
                  <a:txBody>
                    <a:bodyPr/>
                    <a:lstStyle/>
                    <a:p>
                      <a:pPr indent="0" lvl="0" marL="0" marR="0" rtl="0" algn="ctr">
                        <a:lnSpc>
                          <a:spcPct val="100000"/>
                        </a:lnSpc>
                        <a:spcBef>
                          <a:spcPts val="0"/>
                        </a:spcBef>
                        <a:spcAft>
                          <a:spcPts val="0"/>
                        </a:spcAft>
                        <a:buClr>
                          <a:srgbClr val="000000"/>
                        </a:buClr>
                        <a:buSzPts val="1100"/>
                        <a:buFont typeface="Arial"/>
                        <a:buNone/>
                      </a:pPr>
                      <a:r>
                        <a:rPr lang="ja" sz="1100" u="none" cap="none" strike="noStrike"/>
                        <a:t>l</a:t>
                      </a:r>
                      <a:endParaRPr sz="1100" u="none" cap="none" strike="noStrike"/>
                    </a:p>
                  </a:txBody>
                  <a:tcPr marT="68575" marB="68575" marR="91425" marL="91425" anchor="ctr"/>
                </a:tc>
                <a:tc>
                  <a:txBody>
                    <a:bodyPr/>
                    <a:lstStyle/>
                    <a:p>
                      <a:pPr indent="0" lvl="0" marL="0" marR="0" rtl="0" algn="l">
                        <a:lnSpc>
                          <a:spcPct val="100000"/>
                        </a:lnSpc>
                        <a:spcBef>
                          <a:spcPts val="0"/>
                        </a:spcBef>
                        <a:spcAft>
                          <a:spcPts val="0"/>
                        </a:spcAft>
                        <a:buClr>
                          <a:srgbClr val="000000"/>
                        </a:buClr>
                        <a:buSzPts val="1100"/>
                        <a:buFont typeface="Arial"/>
                        <a:buNone/>
                      </a:pPr>
                      <a:r>
                        <a:rPr lang="ja" sz="1100" u="none" cap="none" strike="noStrike"/>
                        <a:t>現在の左チャンネルの音の大きさ</a:t>
                      </a:r>
                      <a:endParaRPr sz="1100" u="none" cap="none" strike="noStrike"/>
                    </a:p>
                  </a:txBody>
                  <a:tcPr marT="68575" marB="68575" marR="91425" marL="91425">
                    <a:lnB cap="flat" cmpd="sng" w="9525">
                      <a:solidFill>
                        <a:srgbClr val="9E9E9E"/>
                      </a:solidFill>
                      <a:prstDash val="solid"/>
                      <a:round/>
                      <a:headEnd len="sm" w="sm" type="none"/>
                      <a:tailEnd len="sm" w="sm" type="none"/>
                    </a:lnB>
                  </a:tcPr>
                </a:tc>
              </a:tr>
              <a:tr h="285750">
                <a:tc>
                  <a:txBody>
                    <a:bodyPr/>
                    <a:lstStyle/>
                    <a:p>
                      <a:pPr indent="0" lvl="0" marL="0" marR="0" rtl="0" algn="ctr">
                        <a:lnSpc>
                          <a:spcPct val="100000"/>
                        </a:lnSpc>
                        <a:spcBef>
                          <a:spcPts val="0"/>
                        </a:spcBef>
                        <a:spcAft>
                          <a:spcPts val="0"/>
                        </a:spcAft>
                        <a:buClr>
                          <a:srgbClr val="000000"/>
                        </a:buClr>
                        <a:buSzPts val="1100"/>
                        <a:buFont typeface="Arial"/>
                        <a:buNone/>
                      </a:pPr>
                      <a:r>
                        <a:rPr lang="ja" sz="1100" u="none" cap="none" strike="noStrike"/>
                        <a:t>r</a:t>
                      </a:r>
                      <a:endParaRPr sz="1100" u="none" cap="none" strike="noStrike"/>
                    </a:p>
                  </a:txBody>
                  <a:tcPr marT="68575" marB="68575" marR="91425" marL="91425" anchor="ctr">
                    <a:lnR cap="flat" cmpd="sng" w="9525">
                      <a:solidFill>
                        <a:srgbClr val="9E9E9E"/>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100"/>
                        <a:buFont typeface="Arial"/>
                        <a:buNone/>
                      </a:pPr>
                      <a:r>
                        <a:rPr lang="ja" sz="1100" u="none" cap="none" strike="noStrike"/>
                        <a:t>現在の左チャンネルの音の大きさ</a:t>
                      </a:r>
                      <a:endParaRPr sz="1100" u="none" cap="none" strike="noStrike"/>
                    </a:p>
                  </a:txBody>
                  <a:tcPr marT="68575" marB="6857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85750">
                <a:tc>
                  <a:txBody>
                    <a:bodyPr/>
                    <a:lstStyle/>
                    <a:p>
                      <a:pPr indent="0" lvl="0" marL="0" marR="0" rtl="0" algn="ctr">
                        <a:lnSpc>
                          <a:spcPct val="100000"/>
                        </a:lnSpc>
                        <a:spcBef>
                          <a:spcPts val="0"/>
                        </a:spcBef>
                        <a:spcAft>
                          <a:spcPts val="0"/>
                        </a:spcAft>
                        <a:buClr>
                          <a:srgbClr val="000000"/>
                        </a:buClr>
                        <a:buSzPts val="1100"/>
                        <a:buFont typeface="Arial"/>
                        <a:buNone/>
                      </a:pPr>
                      <a:r>
                        <a:rPr lang="ja" sz="1100" u="none" cap="none" strike="noStrike"/>
                        <a:t>pl</a:t>
                      </a:r>
                      <a:endParaRPr sz="1100" u="none" cap="none" strike="noStrike"/>
                    </a:p>
                  </a:txBody>
                  <a:tcPr marT="68575" marB="68575" marR="91425" marL="91425" anchor="ctr">
                    <a:lnR cap="flat" cmpd="sng" w="9525">
                      <a:solidFill>
                        <a:srgbClr val="9E9E9E"/>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100"/>
                        <a:buFont typeface="Arial"/>
                        <a:buNone/>
                      </a:pPr>
                      <a:r>
                        <a:rPr lang="ja" sz="1100" u="none" cap="none" strike="noStrike"/>
                        <a:t>1つ前の左チャンネルの音の大きさ</a:t>
                      </a:r>
                      <a:endParaRPr sz="1100" u="none" cap="none" strike="noStrike"/>
                    </a:p>
                  </a:txBody>
                  <a:tcPr marT="68575" marB="6857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85750">
                <a:tc>
                  <a:txBody>
                    <a:bodyPr/>
                    <a:lstStyle/>
                    <a:p>
                      <a:pPr indent="0" lvl="0" marL="0" marR="0" rtl="0" algn="ctr">
                        <a:lnSpc>
                          <a:spcPct val="100000"/>
                        </a:lnSpc>
                        <a:spcBef>
                          <a:spcPts val="0"/>
                        </a:spcBef>
                        <a:spcAft>
                          <a:spcPts val="0"/>
                        </a:spcAft>
                        <a:buClr>
                          <a:srgbClr val="000000"/>
                        </a:buClr>
                        <a:buSzPts val="1100"/>
                        <a:buFont typeface="Arial"/>
                        <a:buNone/>
                      </a:pPr>
                      <a:r>
                        <a:rPr lang="ja" sz="1100" u="none" cap="none" strike="noStrike"/>
                        <a:t>pr</a:t>
                      </a:r>
                      <a:endParaRPr sz="1100" u="none" cap="none" strike="noStrike"/>
                    </a:p>
                  </a:txBody>
                  <a:tcPr marT="68575" marB="68575" marR="91425" marL="91425" anchor="ctr">
                    <a:lnR cap="flat" cmpd="sng" w="9525">
                      <a:solidFill>
                        <a:srgbClr val="9E9E9E"/>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100"/>
                        <a:buFont typeface="Arial"/>
                        <a:buNone/>
                      </a:pPr>
                      <a:r>
                        <a:rPr lang="ja" sz="1100" u="none" cap="none" strike="noStrike"/>
                        <a:t>1つ前の左チャンネルの音の大きさ</a:t>
                      </a:r>
                      <a:endParaRPr sz="1100" u="none" cap="none" strike="noStrike"/>
                    </a:p>
                  </a:txBody>
                  <a:tcPr marT="68575" marB="6857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44"/>
          <p:cNvSpPr txBox="1"/>
          <p:nvPr>
            <p:ph type="title"/>
          </p:nvPr>
        </p:nvSpPr>
        <p:spPr>
          <a:xfrm>
            <a:off x="1213149" y="87469"/>
            <a:ext cx="6610200" cy="378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3000"/>
              <a:buNone/>
            </a:pPr>
            <a:r>
              <a:rPr lang="ja"/>
              <a:t>独自関数draw_lineの定義</a:t>
            </a:r>
            <a:endParaRPr/>
          </a:p>
          <a:p>
            <a:pPr indent="0" lvl="0" marL="0" rtl="0" algn="ctr">
              <a:lnSpc>
                <a:spcPct val="100000"/>
              </a:lnSpc>
              <a:spcBef>
                <a:spcPts val="0"/>
              </a:spcBef>
              <a:spcAft>
                <a:spcPts val="0"/>
              </a:spcAft>
              <a:buSzPts val="3000"/>
              <a:buNone/>
            </a:pPr>
            <a:r>
              <a:t/>
            </a:r>
            <a:endParaRPr/>
          </a:p>
        </p:txBody>
      </p:sp>
      <p:sp>
        <p:nvSpPr>
          <p:cNvPr id="589" name="Google Shape;589;p44"/>
          <p:cNvSpPr txBox="1"/>
          <p:nvPr>
            <p:ph idx="1" type="body"/>
          </p:nvPr>
        </p:nvSpPr>
        <p:spPr>
          <a:xfrm>
            <a:off x="457194" y="901217"/>
            <a:ext cx="8229600" cy="3744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b="1" lang="ja" sz="2800"/>
              <a:t>def draw_line(i, left, right, pleft, pright):</a:t>
            </a:r>
            <a:endParaRPr b="1" sz="2800"/>
          </a:p>
          <a:p>
            <a:pPr indent="0" lvl="0" marL="0" rtl="0" algn="l">
              <a:lnSpc>
                <a:spcPct val="100000"/>
              </a:lnSpc>
              <a:spcBef>
                <a:spcPts val="0"/>
              </a:spcBef>
              <a:spcAft>
                <a:spcPts val="0"/>
              </a:spcAft>
              <a:buClr>
                <a:schemeClr val="dk1"/>
              </a:buClr>
              <a:buSzPts val="1100"/>
              <a:buFont typeface="Arial"/>
              <a:buNone/>
            </a:pPr>
            <a:r>
              <a:rPr lang="ja" sz="2800"/>
              <a:t>     strokeWeight(2) # 線の太さを設定</a:t>
            </a:r>
            <a:endParaRPr sz="2800"/>
          </a:p>
          <a:p>
            <a:pPr indent="0" lvl="0" marL="0" rtl="0" algn="l">
              <a:lnSpc>
                <a:spcPct val="100000"/>
              </a:lnSpc>
              <a:spcBef>
                <a:spcPts val="0"/>
              </a:spcBef>
              <a:spcAft>
                <a:spcPts val="0"/>
              </a:spcAft>
              <a:buClr>
                <a:schemeClr val="dk1"/>
              </a:buClr>
              <a:buSzPts val="1100"/>
              <a:buFont typeface="Arial"/>
              <a:buNone/>
            </a:pPr>
            <a:r>
              <a:rPr lang="ja" sz="2800"/>
              <a:t>     stroke(0, 255, 0) # Left の線の色を設定</a:t>
            </a:r>
            <a:endParaRPr sz="2800"/>
          </a:p>
          <a:p>
            <a:pPr indent="0" lvl="0" marL="0" rtl="0" algn="l">
              <a:lnSpc>
                <a:spcPct val="100000"/>
              </a:lnSpc>
              <a:spcBef>
                <a:spcPts val="0"/>
              </a:spcBef>
              <a:spcAft>
                <a:spcPts val="0"/>
              </a:spcAft>
              <a:buClr>
                <a:schemeClr val="dk1"/>
              </a:buClr>
              <a:buSzPts val="1100"/>
              <a:buFont typeface="Arial"/>
              <a:buNone/>
            </a:pPr>
            <a:r>
              <a:rPr lang="ja" sz="2800"/>
              <a:t>    </a:t>
            </a:r>
            <a:endParaRPr sz="2800"/>
          </a:p>
          <a:p>
            <a:pPr indent="0" lvl="0" marL="0" rtl="0" algn="l">
              <a:lnSpc>
                <a:spcPct val="100000"/>
              </a:lnSpc>
              <a:spcBef>
                <a:spcPts val="0"/>
              </a:spcBef>
              <a:spcAft>
                <a:spcPts val="0"/>
              </a:spcAft>
              <a:buClr>
                <a:schemeClr val="dk1"/>
              </a:buClr>
              <a:buSzPts val="1100"/>
              <a:buFont typeface="Arial"/>
              <a:buNone/>
            </a:pPr>
            <a:r>
              <a:rPr lang="ja" sz="2800"/>
              <a:t>    line(???</a:t>
            </a:r>
            <a:r>
              <a:rPr b="1" lang="ja" sz="2800"/>
              <a:t>, ???, ????, ????)</a:t>
            </a:r>
            <a:endParaRPr b="1" sz="2800"/>
          </a:p>
          <a:p>
            <a:pPr indent="0" lvl="0" marL="0" rtl="0" algn="l">
              <a:lnSpc>
                <a:spcPct val="100000"/>
              </a:lnSpc>
              <a:spcBef>
                <a:spcPts val="0"/>
              </a:spcBef>
              <a:spcAft>
                <a:spcPts val="0"/>
              </a:spcAft>
              <a:buClr>
                <a:schemeClr val="dk1"/>
              </a:buClr>
              <a:buSzPts val="1100"/>
              <a:buFont typeface="Arial"/>
              <a:buNone/>
            </a:pPr>
            <a:r>
              <a:rPr lang="ja" sz="2800"/>
              <a:t>    stroke(0, 0, 255) # Right の線の色を設定</a:t>
            </a:r>
            <a:endParaRPr sz="2800"/>
          </a:p>
          <a:p>
            <a:pPr indent="0" lvl="0" marL="0" rtl="0" algn="l">
              <a:lnSpc>
                <a:spcPct val="100000"/>
              </a:lnSpc>
              <a:spcBef>
                <a:spcPts val="0"/>
              </a:spcBef>
              <a:spcAft>
                <a:spcPts val="0"/>
              </a:spcAft>
              <a:buClr>
                <a:schemeClr val="dk1"/>
              </a:buClr>
              <a:buSzPts val="1100"/>
              <a:buFont typeface="Arial"/>
              <a:buNone/>
            </a:pPr>
            <a:r>
              <a:rPr lang="ja" sz="2800"/>
              <a:t>    line(???</a:t>
            </a:r>
            <a:r>
              <a:rPr b="1" lang="ja" sz="2800"/>
              <a:t>, ???, ????, ????)</a:t>
            </a:r>
            <a:endParaRPr b="1" sz="2800"/>
          </a:p>
          <a:p>
            <a:pPr indent="0" lvl="0" marL="0" rtl="0" algn="l">
              <a:lnSpc>
                <a:spcPct val="100000"/>
              </a:lnSpc>
              <a:spcBef>
                <a:spcPts val="0"/>
              </a:spcBef>
              <a:spcAft>
                <a:spcPts val="0"/>
              </a:spcAft>
              <a:buClr>
                <a:schemeClr val="dk1"/>
              </a:buClr>
              <a:buSzPts val="1100"/>
              <a:buFont typeface="Arial"/>
              <a:buNone/>
            </a:pPr>
            <a:r>
              <a:t/>
            </a:r>
            <a:endParaRPr sz="2800"/>
          </a:p>
          <a:p>
            <a:pPr indent="0" lvl="0" marL="0" rtl="0" algn="l">
              <a:lnSpc>
                <a:spcPct val="100000"/>
              </a:lnSpc>
              <a:spcBef>
                <a:spcPts val="560"/>
              </a:spcBef>
              <a:spcAft>
                <a:spcPts val="0"/>
              </a:spcAft>
              <a:buSzPts val="2400"/>
              <a:buNone/>
            </a:pPr>
            <a:r>
              <a:t/>
            </a:r>
            <a:endParaRPr sz="4100"/>
          </a:p>
        </p:txBody>
      </p:sp>
      <p:sp>
        <p:nvSpPr>
          <p:cNvPr id="590" name="Google Shape;590;p44"/>
          <p:cNvSpPr txBox="1"/>
          <p:nvPr>
            <p:ph idx="12" type="sldNum"/>
          </p:nvPr>
        </p:nvSpPr>
        <p:spPr>
          <a:xfrm>
            <a:off x="8568700" y="4038407"/>
            <a:ext cx="575400" cy="315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ja"/>
              <a:t>‹#›</a:t>
            </a:fld>
            <a:endParaRPr/>
          </a:p>
        </p:txBody>
      </p:sp>
      <p:cxnSp>
        <p:nvCxnSpPr>
          <p:cNvPr id="591" name="Google Shape;591;p44"/>
          <p:cNvCxnSpPr/>
          <p:nvPr/>
        </p:nvCxnSpPr>
        <p:spPr>
          <a:xfrm flipH="1" rot="10800000">
            <a:off x="169925" y="4075369"/>
            <a:ext cx="1233000" cy="654600"/>
          </a:xfrm>
          <a:prstGeom prst="straightConnector1">
            <a:avLst/>
          </a:prstGeom>
          <a:noFill/>
          <a:ln cap="flat" cmpd="sng" w="28575">
            <a:solidFill>
              <a:schemeClr val="dk2"/>
            </a:solidFill>
            <a:prstDash val="solid"/>
            <a:round/>
            <a:headEnd len="sm" w="sm" type="none"/>
            <a:tailEnd len="sm" w="sm" type="none"/>
          </a:ln>
        </p:spPr>
      </p:cxnSp>
      <p:cxnSp>
        <p:nvCxnSpPr>
          <p:cNvPr id="592" name="Google Shape;592;p44"/>
          <p:cNvCxnSpPr/>
          <p:nvPr/>
        </p:nvCxnSpPr>
        <p:spPr>
          <a:xfrm rot="10800000">
            <a:off x="1389275" y="4085606"/>
            <a:ext cx="1565400" cy="270300"/>
          </a:xfrm>
          <a:prstGeom prst="straightConnector1">
            <a:avLst/>
          </a:prstGeom>
          <a:noFill/>
          <a:ln cap="flat" cmpd="sng" w="28575">
            <a:solidFill>
              <a:schemeClr val="dk2"/>
            </a:solidFill>
            <a:prstDash val="solid"/>
            <a:round/>
            <a:headEnd len="sm" w="sm" type="none"/>
            <a:tailEnd len="sm" w="sm" type="none"/>
          </a:ln>
        </p:spPr>
      </p:cxnSp>
      <p:sp>
        <p:nvSpPr>
          <p:cNvPr id="593" name="Google Shape;593;p44"/>
          <p:cNvSpPr txBox="1"/>
          <p:nvPr/>
        </p:nvSpPr>
        <p:spPr>
          <a:xfrm>
            <a:off x="898250" y="3775294"/>
            <a:ext cx="11886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1つ前の位置</a:t>
            </a:r>
            <a:endParaRPr b="0" i="0" sz="1400" u="none" cap="none" strike="noStrike">
              <a:solidFill>
                <a:srgbClr val="000000"/>
              </a:solidFill>
              <a:latin typeface="Arial"/>
              <a:ea typeface="Arial"/>
              <a:cs typeface="Arial"/>
              <a:sym typeface="Arial"/>
            </a:endParaRPr>
          </a:p>
        </p:txBody>
      </p:sp>
      <p:sp>
        <p:nvSpPr>
          <p:cNvPr id="594" name="Google Shape;594;p44"/>
          <p:cNvSpPr txBox="1"/>
          <p:nvPr/>
        </p:nvSpPr>
        <p:spPr>
          <a:xfrm>
            <a:off x="2563200" y="4421550"/>
            <a:ext cx="11886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現在の位置</a:t>
            </a:r>
            <a:endParaRPr b="0" i="0" sz="1400" u="none" cap="none" strike="noStrike">
              <a:solidFill>
                <a:srgbClr val="000000"/>
              </a:solidFill>
              <a:latin typeface="Arial"/>
              <a:ea typeface="Arial"/>
              <a:cs typeface="Arial"/>
              <a:sym typeface="Arial"/>
            </a:endParaRPr>
          </a:p>
        </p:txBody>
      </p:sp>
      <p:sp>
        <p:nvSpPr>
          <p:cNvPr id="595" name="Google Shape;595;p44"/>
          <p:cNvSpPr txBox="1"/>
          <p:nvPr/>
        </p:nvSpPr>
        <p:spPr>
          <a:xfrm>
            <a:off x="-46050" y="4721691"/>
            <a:ext cx="11886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2つ前の位置</a:t>
            </a:r>
            <a:endParaRPr b="0" i="0" sz="1400" u="none" cap="none" strike="noStrike">
              <a:solidFill>
                <a:srgbClr val="000000"/>
              </a:solidFill>
              <a:latin typeface="Arial"/>
              <a:ea typeface="Arial"/>
              <a:cs typeface="Arial"/>
              <a:sym typeface="Arial"/>
            </a:endParaRPr>
          </a:p>
        </p:txBody>
      </p:sp>
      <p:sp>
        <p:nvSpPr>
          <p:cNvPr id="596" name="Google Shape;596;p44"/>
          <p:cNvSpPr txBox="1"/>
          <p:nvPr/>
        </p:nvSpPr>
        <p:spPr>
          <a:xfrm>
            <a:off x="4308750" y="4219144"/>
            <a:ext cx="2848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直線を繋いで波形を表現</a:t>
            </a:r>
            <a:endParaRPr b="0" i="0" sz="1400" u="none" cap="none" strike="noStrike">
              <a:solidFill>
                <a:srgbClr val="000000"/>
              </a:solidFill>
              <a:latin typeface="Arial"/>
              <a:ea typeface="Arial"/>
              <a:cs typeface="Arial"/>
              <a:sym typeface="Arial"/>
            </a:endParaRPr>
          </a:p>
        </p:txBody>
      </p:sp>
      <p:graphicFrame>
        <p:nvGraphicFramePr>
          <p:cNvPr id="597" name="Google Shape;597;p44"/>
          <p:cNvGraphicFramePr/>
          <p:nvPr/>
        </p:nvGraphicFramePr>
        <p:xfrm>
          <a:off x="6876050" y="568256"/>
          <a:ext cx="3000000" cy="3000000"/>
        </p:xfrm>
        <a:graphic>
          <a:graphicData uri="http://schemas.openxmlformats.org/drawingml/2006/table">
            <a:tbl>
              <a:tblPr>
                <a:noFill/>
                <a:tableStyleId>{DD66B73E-5C48-442A-80D4-7AE7A14F740E}</a:tableStyleId>
              </a:tblPr>
              <a:tblGrid>
                <a:gridCol w="382850"/>
                <a:gridCol w="1885100"/>
              </a:tblGrid>
              <a:tr h="285750">
                <a:tc>
                  <a:txBody>
                    <a:bodyPr/>
                    <a:lstStyle/>
                    <a:p>
                      <a:pPr indent="0" lvl="0" marL="0" marR="0" rtl="0" algn="ctr">
                        <a:lnSpc>
                          <a:spcPct val="100000"/>
                        </a:lnSpc>
                        <a:spcBef>
                          <a:spcPts val="0"/>
                        </a:spcBef>
                        <a:spcAft>
                          <a:spcPts val="0"/>
                        </a:spcAft>
                        <a:buClr>
                          <a:srgbClr val="000000"/>
                        </a:buClr>
                        <a:buSzPts val="1100"/>
                        <a:buFont typeface="Arial"/>
                        <a:buNone/>
                      </a:pPr>
                      <a:r>
                        <a:rPr lang="ja" sz="1100" u="none" cap="none" strike="noStrike"/>
                        <a:t>l</a:t>
                      </a:r>
                      <a:endParaRPr sz="1100" u="none" cap="none" strike="noStrike"/>
                    </a:p>
                  </a:txBody>
                  <a:tcPr marT="68575" marB="68575" marR="91425" marL="91425" anchor="ctr"/>
                </a:tc>
                <a:tc>
                  <a:txBody>
                    <a:bodyPr/>
                    <a:lstStyle/>
                    <a:p>
                      <a:pPr indent="0" lvl="0" marL="0" marR="0" rtl="0" algn="l">
                        <a:lnSpc>
                          <a:spcPct val="100000"/>
                        </a:lnSpc>
                        <a:spcBef>
                          <a:spcPts val="0"/>
                        </a:spcBef>
                        <a:spcAft>
                          <a:spcPts val="0"/>
                        </a:spcAft>
                        <a:buClr>
                          <a:srgbClr val="000000"/>
                        </a:buClr>
                        <a:buSzPts val="1100"/>
                        <a:buFont typeface="Arial"/>
                        <a:buNone/>
                      </a:pPr>
                      <a:r>
                        <a:rPr lang="ja" sz="1100" u="none" cap="none" strike="noStrike"/>
                        <a:t>現在の左チャンネルの音の大きさ</a:t>
                      </a:r>
                      <a:endParaRPr sz="1100" u="none" cap="none" strike="noStrike"/>
                    </a:p>
                  </a:txBody>
                  <a:tcPr marT="68575" marB="68575" marR="91425" marL="91425">
                    <a:lnB cap="flat" cmpd="sng" w="9525">
                      <a:solidFill>
                        <a:srgbClr val="9E9E9E"/>
                      </a:solidFill>
                      <a:prstDash val="solid"/>
                      <a:round/>
                      <a:headEnd len="sm" w="sm" type="none"/>
                      <a:tailEnd len="sm" w="sm" type="none"/>
                    </a:lnB>
                  </a:tcPr>
                </a:tc>
              </a:tr>
              <a:tr h="285750">
                <a:tc>
                  <a:txBody>
                    <a:bodyPr/>
                    <a:lstStyle/>
                    <a:p>
                      <a:pPr indent="0" lvl="0" marL="0" marR="0" rtl="0" algn="ctr">
                        <a:lnSpc>
                          <a:spcPct val="100000"/>
                        </a:lnSpc>
                        <a:spcBef>
                          <a:spcPts val="0"/>
                        </a:spcBef>
                        <a:spcAft>
                          <a:spcPts val="0"/>
                        </a:spcAft>
                        <a:buClr>
                          <a:srgbClr val="000000"/>
                        </a:buClr>
                        <a:buSzPts val="1100"/>
                        <a:buFont typeface="Arial"/>
                        <a:buNone/>
                      </a:pPr>
                      <a:r>
                        <a:rPr lang="ja" sz="1100" u="none" cap="none" strike="noStrike"/>
                        <a:t>r</a:t>
                      </a:r>
                      <a:endParaRPr sz="1100" u="none" cap="none" strike="noStrike"/>
                    </a:p>
                  </a:txBody>
                  <a:tcPr marT="68575" marB="68575" marR="91425" marL="91425" anchor="ctr">
                    <a:lnR cap="flat" cmpd="sng" w="9525">
                      <a:solidFill>
                        <a:srgbClr val="9E9E9E"/>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100"/>
                        <a:buFont typeface="Arial"/>
                        <a:buNone/>
                      </a:pPr>
                      <a:r>
                        <a:rPr lang="ja" sz="1100" u="none" cap="none" strike="noStrike"/>
                        <a:t>現在の左チャンネルの音の大きさ</a:t>
                      </a:r>
                      <a:endParaRPr sz="1100" u="none" cap="none" strike="noStrike"/>
                    </a:p>
                  </a:txBody>
                  <a:tcPr marT="68575" marB="6857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85750">
                <a:tc>
                  <a:txBody>
                    <a:bodyPr/>
                    <a:lstStyle/>
                    <a:p>
                      <a:pPr indent="0" lvl="0" marL="0" marR="0" rtl="0" algn="ctr">
                        <a:lnSpc>
                          <a:spcPct val="100000"/>
                        </a:lnSpc>
                        <a:spcBef>
                          <a:spcPts val="0"/>
                        </a:spcBef>
                        <a:spcAft>
                          <a:spcPts val="0"/>
                        </a:spcAft>
                        <a:buClr>
                          <a:srgbClr val="000000"/>
                        </a:buClr>
                        <a:buSzPts val="1100"/>
                        <a:buFont typeface="Arial"/>
                        <a:buNone/>
                      </a:pPr>
                      <a:r>
                        <a:rPr lang="ja" sz="1100" u="none" cap="none" strike="noStrike"/>
                        <a:t>pl</a:t>
                      </a:r>
                      <a:endParaRPr sz="1100" u="none" cap="none" strike="noStrike"/>
                    </a:p>
                  </a:txBody>
                  <a:tcPr marT="68575" marB="68575" marR="91425" marL="91425" anchor="ctr">
                    <a:lnR cap="flat" cmpd="sng" w="9525">
                      <a:solidFill>
                        <a:srgbClr val="9E9E9E"/>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100"/>
                        <a:buFont typeface="Arial"/>
                        <a:buNone/>
                      </a:pPr>
                      <a:r>
                        <a:rPr lang="ja" sz="1100" u="none" cap="none" strike="noStrike"/>
                        <a:t>1つ前の左チャンネルの音の大きさ</a:t>
                      </a:r>
                      <a:endParaRPr sz="1100" u="none" cap="none" strike="noStrike"/>
                    </a:p>
                  </a:txBody>
                  <a:tcPr marT="68575" marB="6857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85750">
                <a:tc>
                  <a:txBody>
                    <a:bodyPr/>
                    <a:lstStyle/>
                    <a:p>
                      <a:pPr indent="0" lvl="0" marL="0" marR="0" rtl="0" algn="ctr">
                        <a:lnSpc>
                          <a:spcPct val="100000"/>
                        </a:lnSpc>
                        <a:spcBef>
                          <a:spcPts val="0"/>
                        </a:spcBef>
                        <a:spcAft>
                          <a:spcPts val="0"/>
                        </a:spcAft>
                        <a:buClr>
                          <a:srgbClr val="000000"/>
                        </a:buClr>
                        <a:buSzPts val="1100"/>
                        <a:buFont typeface="Arial"/>
                        <a:buNone/>
                      </a:pPr>
                      <a:r>
                        <a:rPr lang="ja" sz="1100" u="none" cap="none" strike="noStrike"/>
                        <a:t>pr</a:t>
                      </a:r>
                      <a:endParaRPr sz="1100" u="none" cap="none" strike="noStrike"/>
                    </a:p>
                  </a:txBody>
                  <a:tcPr marT="68575" marB="68575" marR="91425" marL="91425" anchor="ctr">
                    <a:lnR cap="flat" cmpd="sng" w="9525">
                      <a:solidFill>
                        <a:srgbClr val="9E9E9E"/>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100"/>
                        <a:buFont typeface="Arial"/>
                        <a:buNone/>
                      </a:pPr>
                      <a:r>
                        <a:rPr lang="ja" sz="1100" u="none" cap="none" strike="noStrike"/>
                        <a:t>1つ前の左チャンネルの音の大きさ</a:t>
                      </a:r>
                      <a:endParaRPr sz="1100" u="none" cap="none" strike="noStrike"/>
                    </a:p>
                  </a:txBody>
                  <a:tcPr marT="68575" marB="6857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598" name="Google Shape;598;p44"/>
          <p:cNvSpPr txBox="1"/>
          <p:nvPr/>
        </p:nvSpPr>
        <p:spPr>
          <a:xfrm>
            <a:off x="2645100" y="745256"/>
            <a:ext cx="3662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i       l            r               pl                  pr</a:t>
            </a:r>
            <a:endParaRPr b="0" i="0" sz="1400" u="none" cap="none" strike="noStrike">
              <a:solidFill>
                <a:srgbClr val="000000"/>
              </a:solidFill>
              <a:latin typeface="Arial"/>
              <a:ea typeface="Arial"/>
              <a:cs typeface="Arial"/>
              <a:sym typeface="Arial"/>
            </a:endParaRPr>
          </a:p>
        </p:txBody>
      </p:sp>
      <p:cxnSp>
        <p:nvCxnSpPr>
          <p:cNvPr id="599" name="Google Shape;599;p44"/>
          <p:cNvCxnSpPr/>
          <p:nvPr/>
        </p:nvCxnSpPr>
        <p:spPr>
          <a:xfrm flipH="1">
            <a:off x="5816625" y="718331"/>
            <a:ext cx="1089300" cy="143700"/>
          </a:xfrm>
          <a:prstGeom prst="straightConnector1">
            <a:avLst/>
          </a:prstGeom>
          <a:noFill/>
          <a:ln cap="flat" cmpd="sng" w="9525">
            <a:solidFill>
              <a:schemeClr val="dk2"/>
            </a:solidFill>
            <a:prstDash val="solid"/>
            <a:round/>
            <a:headEnd len="sm" w="sm" type="none"/>
            <a:tailEnd len="med" w="med" type="triangle"/>
          </a:ln>
        </p:spPr>
      </p:cxn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45"/>
          <p:cNvSpPr txBox="1"/>
          <p:nvPr>
            <p:ph idx="1" type="body"/>
          </p:nvPr>
        </p:nvSpPr>
        <p:spPr>
          <a:xfrm>
            <a:off x="467550" y="699542"/>
            <a:ext cx="8229600" cy="718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560"/>
              </a:spcBef>
              <a:spcAft>
                <a:spcPts val="0"/>
              </a:spcAft>
              <a:buSzPts val="2400"/>
              <a:buNone/>
            </a:pPr>
            <a:r>
              <a:rPr lang="ja"/>
              <a:t>様々な音楽ファイルをプログラムで実行しグラフを比較しましょう。</a:t>
            </a:r>
            <a:endParaRPr/>
          </a:p>
        </p:txBody>
      </p:sp>
      <p:sp>
        <p:nvSpPr>
          <p:cNvPr id="606" name="Google Shape;606;p45"/>
          <p:cNvSpPr txBox="1"/>
          <p:nvPr>
            <p:ph idx="12" type="sldNum"/>
          </p:nvPr>
        </p:nvSpPr>
        <p:spPr>
          <a:xfrm>
            <a:off x="8568700" y="4038407"/>
            <a:ext cx="575400" cy="315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ja"/>
              <a:t>‹#›</a:t>
            </a:fld>
            <a:endParaRPr/>
          </a:p>
        </p:txBody>
      </p:sp>
      <p:pic>
        <p:nvPicPr>
          <p:cNvPr id="607" name="Google Shape;607;p45"/>
          <p:cNvPicPr preferRelativeResize="0"/>
          <p:nvPr/>
        </p:nvPicPr>
        <p:blipFill rotWithShape="1">
          <a:blip r:embed="rId3">
            <a:alphaModFix/>
          </a:blip>
          <a:srcRect b="0" l="0" r="0" t="0"/>
          <a:stretch/>
        </p:blipFill>
        <p:spPr>
          <a:xfrm>
            <a:off x="457200" y="1753970"/>
            <a:ext cx="1859476" cy="1864125"/>
          </a:xfrm>
          <a:prstGeom prst="rect">
            <a:avLst/>
          </a:prstGeom>
          <a:noFill/>
          <a:ln>
            <a:noFill/>
          </a:ln>
        </p:spPr>
      </p:pic>
      <p:pic>
        <p:nvPicPr>
          <p:cNvPr id="608" name="Google Shape;608;p45"/>
          <p:cNvPicPr preferRelativeResize="0"/>
          <p:nvPr/>
        </p:nvPicPr>
        <p:blipFill rotWithShape="1">
          <a:blip r:embed="rId4">
            <a:alphaModFix/>
          </a:blip>
          <a:srcRect b="0" l="0" r="0" t="0"/>
          <a:stretch/>
        </p:blipFill>
        <p:spPr>
          <a:xfrm>
            <a:off x="3247325" y="1753969"/>
            <a:ext cx="1859476" cy="1880451"/>
          </a:xfrm>
          <a:prstGeom prst="rect">
            <a:avLst/>
          </a:prstGeom>
          <a:noFill/>
          <a:ln>
            <a:noFill/>
          </a:ln>
        </p:spPr>
      </p:pic>
      <p:pic>
        <p:nvPicPr>
          <p:cNvPr id="609" name="Google Shape;609;p45"/>
          <p:cNvPicPr preferRelativeResize="0"/>
          <p:nvPr/>
        </p:nvPicPr>
        <p:blipFill rotWithShape="1">
          <a:blip r:embed="rId5">
            <a:alphaModFix/>
          </a:blip>
          <a:srcRect b="0" l="0" r="0" t="0"/>
          <a:stretch/>
        </p:blipFill>
        <p:spPr>
          <a:xfrm>
            <a:off x="6118099" y="1753969"/>
            <a:ext cx="1859474" cy="1913398"/>
          </a:xfrm>
          <a:prstGeom prst="rect">
            <a:avLst/>
          </a:prstGeom>
          <a:noFill/>
          <a:ln>
            <a:noFill/>
          </a:ln>
        </p:spPr>
      </p:pic>
      <p:sp>
        <p:nvSpPr>
          <p:cNvPr id="610" name="Google Shape;610;p45"/>
          <p:cNvSpPr txBox="1"/>
          <p:nvPr/>
        </p:nvSpPr>
        <p:spPr>
          <a:xfrm>
            <a:off x="215475" y="168375"/>
            <a:ext cx="1699500" cy="400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任意：提出先なし</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46"/>
          <p:cNvSpPr txBox="1"/>
          <p:nvPr>
            <p:ph type="title"/>
          </p:nvPr>
        </p:nvSpPr>
        <p:spPr>
          <a:xfrm>
            <a:off x="457200" y="1349521"/>
            <a:ext cx="8229600" cy="1237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ja"/>
              <a:t>音を作る：正弦波が作る音</a:t>
            </a:r>
            <a:endParaRPr/>
          </a:p>
        </p:txBody>
      </p:sp>
      <p:sp>
        <p:nvSpPr>
          <p:cNvPr id="617" name="Google Shape;617;p46"/>
          <p:cNvSpPr txBox="1"/>
          <p:nvPr>
            <p:ph idx="12" type="sldNum"/>
          </p:nvPr>
        </p:nvSpPr>
        <p:spPr>
          <a:xfrm>
            <a:off x="8556784" y="4036474"/>
            <a:ext cx="548700" cy="328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ja"/>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47"/>
          <p:cNvSpPr txBox="1"/>
          <p:nvPr>
            <p:ph type="title"/>
          </p:nvPr>
        </p:nvSpPr>
        <p:spPr>
          <a:xfrm>
            <a:off x="467544" y="72895"/>
            <a:ext cx="8229600" cy="315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3000"/>
              <a:buNone/>
            </a:pPr>
            <a:r>
              <a:rPr lang="ja"/>
              <a:t>正弦波の合成波</a:t>
            </a:r>
            <a:endParaRPr/>
          </a:p>
        </p:txBody>
      </p:sp>
      <p:sp>
        <p:nvSpPr>
          <p:cNvPr id="624" name="Google Shape;624;p47"/>
          <p:cNvSpPr txBox="1"/>
          <p:nvPr>
            <p:ph idx="1" type="body"/>
          </p:nvPr>
        </p:nvSpPr>
        <p:spPr>
          <a:xfrm>
            <a:off x="467544" y="582952"/>
            <a:ext cx="8229600" cy="312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560"/>
              </a:spcBef>
              <a:spcAft>
                <a:spcPts val="0"/>
              </a:spcAft>
              <a:buSzPts val="2400"/>
              <a:buNone/>
            </a:pPr>
            <a:r>
              <a:t/>
            </a:r>
            <a:endParaRPr/>
          </a:p>
          <a:p>
            <a:pPr indent="0" lvl="0" marL="0" rtl="0" algn="l">
              <a:lnSpc>
                <a:spcPct val="100000"/>
              </a:lnSpc>
              <a:spcBef>
                <a:spcPts val="560"/>
              </a:spcBef>
              <a:spcAft>
                <a:spcPts val="0"/>
              </a:spcAft>
              <a:buSzPts val="2400"/>
              <a:buNone/>
            </a:pPr>
            <a:r>
              <a:rPr lang="ja"/>
              <a:t>正弦波</a:t>
            </a:r>
            <a:endParaRPr/>
          </a:p>
          <a:p>
            <a:pPr indent="-381000" lvl="0" marL="457200" rtl="0" algn="l">
              <a:lnSpc>
                <a:spcPct val="100000"/>
              </a:lnSpc>
              <a:spcBef>
                <a:spcPts val="560"/>
              </a:spcBef>
              <a:spcAft>
                <a:spcPts val="0"/>
              </a:spcAft>
              <a:buSzPts val="2400"/>
              <a:buChar char="-"/>
            </a:pPr>
            <a:r>
              <a:rPr lang="ja"/>
              <a:t>等速直線運動の動き＝単振動を波で表現したもの</a:t>
            </a:r>
            <a:endParaRPr/>
          </a:p>
          <a:p>
            <a:pPr indent="-381000" lvl="0" marL="457200" rtl="0" algn="l">
              <a:lnSpc>
                <a:spcPct val="100000"/>
              </a:lnSpc>
              <a:spcBef>
                <a:spcPts val="0"/>
              </a:spcBef>
              <a:spcAft>
                <a:spcPts val="0"/>
              </a:spcAft>
              <a:buSzPts val="2400"/>
              <a:buChar char="-"/>
            </a:pPr>
            <a:r>
              <a:rPr lang="ja"/>
              <a:t>正弦曲線を持つ基本的な波形　y = A sin ω(t)</a:t>
            </a:r>
            <a:endParaRPr/>
          </a:p>
          <a:p>
            <a:pPr indent="0" lvl="0" marL="0" rtl="0" algn="l">
              <a:lnSpc>
                <a:spcPct val="100000"/>
              </a:lnSpc>
              <a:spcBef>
                <a:spcPts val="560"/>
              </a:spcBef>
              <a:spcAft>
                <a:spcPts val="0"/>
              </a:spcAft>
              <a:buSzPts val="2400"/>
              <a:buNone/>
            </a:pPr>
            <a:r>
              <a:rPr lang="ja"/>
              <a:t>複数の周波数の正弦波を合成すればあらゆる波を表現できる＝</a:t>
            </a:r>
            <a:r>
              <a:rPr b="1" lang="ja" u="sng"/>
              <a:t>あらゆる音を作成できる</a:t>
            </a:r>
            <a:endParaRPr b="1" u="sng"/>
          </a:p>
          <a:p>
            <a:pPr indent="0" lvl="0" marL="0" rtl="0" algn="l">
              <a:lnSpc>
                <a:spcPct val="100000"/>
              </a:lnSpc>
              <a:spcBef>
                <a:spcPts val="560"/>
              </a:spcBef>
              <a:spcAft>
                <a:spcPts val="0"/>
              </a:spcAft>
              <a:buSzPts val="2400"/>
              <a:buNone/>
            </a:pPr>
            <a:r>
              <a:t/>
            </a:r>
            <a:endParaRPr b="1" u="sng"/>
          </a:p>
          <a:p>
            <a:pPr indent="0" lvl="0" marL="0" rtl="0" algn="l">
              <a:lnSpc>
                <a:spcPct val="100000"/>
              </a:lnSpc>
              <a:spcBef>
                <a:spcPts val="560"/>
              </a:spcBef>
              <a:spcAft>
                <a:spcPts val="0"/>
              </a:spcAft>
              <a:buSzPts val="2400"/>
              <a:buNone/>
            </a:pPr>
            <a:r>
              <a:rPr lang="ja"/>
              <a:t>　　y = A sin ω(t)                ω:角速度</a:t>
            </a:r>
            <a:endParaRPr/>
          </a:p>
          <a:p>
            <a:pPr indent="0" lvl="0" marL="0" rtl="0" algn="l">
              <a:lnSpc>
                <a:spcPct val="100000"/>
              </a:lnSpc>
              <a:spcBef>
                <a:spcPts val="560"/>
              </a:spcBef>
              <a:spcAft>
                <a:spcPts val="0"/>
              </a:spcAft>
              <a:buSzPts val="2400"/>
              <a:buNone/>
            </a:pPr>
            <a:r>
              <a:rPr lang="ja"/>
              <a:t>→    y  = A sin 2π t / T          A:振幅    Ｔ:周期 </a:t>
            </a:r>
            <a:endParaRPr/>
          </a:p>
        </p:txBody>
      </p:sp>
      <p:sp>
        <p:nvSpPr>
          <p:cNvPr id="625" name="Google Shape;625;p47"/>
          <p:cNvSpPr txBox="1"/>
          <p:nvPr>
            <p:ph idx="12" type="sldNum"/>
          </p:nvPr>
        </p:nvSpPr>
        <p:spPr>
          <a:xfrm>
            <a:off x="8568700" y="4038407"/>
            <a:ext cx="575400" cy="315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ja"/>
              <a:t>‹#›</a:t>
            </a:fld>
            <a:endParaRPr/>
          </a:p>
        </p:txBody>
      </p:sp>
      <p:pic>
        <p:nvPicPr>
          <p:cNvPr id="626" name="Google Shape;626;p47"/>
          <p:cNvPicPr preferRelativeResize="0"/>
          <p:nvPr/>
        </p:nvPicPr>
        <p:blipFill rotWithShape="1">
          <a:blip r:embed="rId3">
            <a:alphaModFix/>
          </a:blip>
          <a:srcRect b="0" l="0" r="0" t="0"/>
          <a:stretch/>
        </p:blipFill>
        <p:spPr>
          <a:xfrm>
            <a:off x="5220450" y="0"/>
            <a:ext cx="2942663" cy="1544888"/>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48"/>
          <p:cNvSpPr txBox="1"/>
          <p:nvPr>
            <p:ph type="title"/>
          </p:nvPr>
        </p:nvSpPr>
        <p:spPr>
          <a:xfrm>
            <a:off x="467544" y="72895"/>
            <a:ext cx="8229600" cy="315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3000"/>
              <a:buNone/>
            </a:pPr>
            <a:r>
              <a:rPr lang="ja"/>
              <a:t>正弦波</a:t>
            </a:r>
            <a:endParaRPr/>
          </a:p>
        </p:txBody>
      </p:sp>
      <p:sp>
        <p:nvSpPr>
          <p:cNvPr id="633" name="Google Shape;633;p48"/>
          <p:cNvSpPr txBox="1"/>
          <p:nvPr>
            <p:ph idx="1" type="body"/>
          </p:nvPr>
        </p:nvSpPr>
        <p:spPr>
          <a:xfrm>
            <a:off x="467550" y="699544"/>
            <a:ext cx="8229600" cy="4254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560"/>
              </a:spcBef>
              <a:spcAft>
                <a:spcPts val="0"/>
              </a:spcAft>
              <a:buClr>
                <a:schemeClr val="dk1"/>
              </a:buClr>
              <a:buSzPts val="1100"/>
              <a:buFont typeface="Arial"/>
              <a:buNone/>
            </a:pPr>
            <a:r>
              <a:rPr lang="ja"/>
              <a:t>def setup():</a:t>
            </a:r>
            <a:endParaRPr/>
          </a:p>
          <a:p>
            <a:pPr indent="0" lvl="0" marL="0" rtl="0" algn="l">
              <a:lnSpc>
                <a:spcPct val="100000"/>
              </a:lnSpc>
              <a:spcBef>
                <a:spcPts val="560"/>
              </a:spcBef>
              <a:spcAft>
                <a:spcPts val="0"/>
              </a:spcAft>
              <a:buClr>
                <a:schemeClr val="dk1"/>
              </a:buClr>
              <a:buSzPts val="1100"/>
              <a:buFont typeface="Arial"/>
              <a:buNone/>
            </a:pPr>
            <a:r>
              <a:rPr lang="ja"/>
              <a:t>    global x, A, T, y1</a:t>
            </a:r>
            <a:endParaRPr/>
          </a:p>
          <a:p>
            <a:pPr indent="0" lvl="0" marL="0" rtl="0" algn="l">
              <a:lnSpc>
                <a:spcPct val="100000"/>
              </a:lnSpc>
              <a:spcBef>
                <a:spcPts val="560"/>
              </a:spcBef>
              <a:spcAft>
                <a:spcPts val="0"/>
              </a:spcAft>
              <a:buClr>
                <a:schemeClr val="dk1"/>
              </a:buClr>
              <a:buSzPts val="1100"/>
              <a:buFont typeface="Arial"/>
              <a:buNone/>
            </a:pPr>
            <a:r>
              <a:rPr lang="ja"/>
              <a:t>    size(800,600)</a:t>
            </a:r>
            <a:endParaRPr/>
          </a:p>
          <a:p>
            <a:pPr indent="0" lvl="0" marL="0" rtl="0" algn="l">
              <a:lnSpc>
                <a:spcPct val="100000"/>
              </a:lnSpc>
              <a:spcBef>
                <a:spcPts val="560"/>
              </a:spcBef>
              <a:spcAft>
                <a:spcPts val="0"/>
              </a:spcAft>
              <a:buClr>
                <a:schemeClr val="dk1"/>
              </a:buClr>
              <a:buSzPts val="1100"/>
              <a:buFont typeface="Arial"/>
              <a:buNone/>
            </a:pPr>
            <a:r>
              <a:rPr lang="ja"/>
              <a:t>    x = 0</a:t>
            </a:r>
            <a:endParaRPr/>
          </a:p>
          <a:p>
            <a:pPr indent="0" lvl="0" marL="0" rtl="0" algn="l">
              <a:lnSpc>
                <a:spcPct val="100000"/>
              </a:lnSpc>
              <a:spcBef>
                <a:spcPts val="560"/>
              </a:spcBef>
              <a:spcAft>
                <a:spcPts val="0"/>
              </a:spcAft>
              <a:buClr>
                <a:schemeClr val="dk1"/>
              </a:buClr>
              <a:buSzPts val="1100"/>
              <a:buFont typeface="Arial"/>
              <a:buNone/>
            </a:pPr>
            <a:r>
              <a:rPr lang="ja"/>
              <a:t>    A = 100</a:t>
            </a:r>
            <a:endParaRPr/>
          </a:p>
          <a:p>
            <a:pPr indent="0" lvl="0" marL="0" rtl="0" algn="l">
              <a:lnSpc>
                <a:spcPct val="100000"/>
              </a:lnSpc>
              <a:spcBef>
                <a:spcPts val="560"/>
              </a:spcBef>
              <a:spcAft>
                <a:spcPts val="0"/>
              </a:spcAft>
              <a:buClr>
                <a:schemeClr val="dk1"/>
              </a:buClr>
              <a:buSzPts val="1100"/>
              <a:buFont typeface="Arial"/>
              <a:buNone/>
            </a:pPr>
            <a:r>
              <a:rPr lang="ja"/>
              <a:t>    T = 100</a:t>
            </a:r>
            <a:endParaRPr/>
          </a:p>
          <a:p>
            <a:pPr indent="0" lvl="0" marL="0" rtl="0" algn="l">
              <a:lnSpc>
                <a:spcPct val="100000"/>
              </a:lnSpc>
              <a:spcBef>
                <a:spcPts val="560"/>
              </a:spcBef>
              <a:spcAft>
                <a:spcPts val="0"/>
              </a:spcAft>
              <a:buClr>
                <a:schemeClr val="dk1"/>
              </a:buClr>
              <a:buSzPts val="1100"/>
              <a:buFont typeface="Arial"/>
              <a:buNone/>
            </a:pPr>
            <a:r>
              <a:rPr lang="ja"/>
              <a:t>    y1 = height/2</a:t>
            </a:r>
            <a:endParaRPr/>
          </a:p>
          <a:p>
            <a:pPr indent="0" lvl="0" marL="0" rtl="0" algn="l">
              <a:lnSpc>
                <a:spcPct val="100000"/>
              </a:lnSpc>
              <a:spcBef>
                <a:spcPts val="560"/>
              </a:spcBef>
              <a:spcAft>
                <a:spcPts val="0"/>
              </a:spcAft>
              <a:buClr>
                <a:schemeClr val="dk1"/>
              </a:buClr>
              <a:buSzPts val="1100"/>
              <a:buFont typeface="Arial"/>
              <a:buNone/>
            </a:pPr>
            <a:r>
              <a:rPr lang="ja"/>
              <a:t>    </a:t>
            </a:r>
            <a:endParaRPr/>
          </a:p>
          <a:p>
            <a:pPr indent="0" lvl="0" marL="0" rtl="0" algn="l">
              <a:lnSpc>
                <a:spcPct val="100000"/>
              </a:lnSpc>
              <a:spcBef>
                <a:spcPts val="560"/>
              </a:spcBef>
              <a:spcAft>
                <a:spcPts val="0"/>
              </a:spcAft>
              <a:buClr>
                <a:schemeClr val="dk1"/>
              </a:buClr>
              <a:buSzPts val="1100"/>
              <a:buFont typeface="Arial"/>
              <a:buNone/>
            </a:pPr>
            <a:r>
              <a:rPr lang="ja"/>
              <a:t>def draw():</a:t>
            </a:r>
            <a:endParaRPr/>
          </a:p>
          <a:p>
            <a:pPr indent="0" lvl="0" marL="0" rtl="0" algn="l">
              <a:lnSpc>
                <a:spcPct val="100000"/>
              </a:lnSpc>
              <a:spcBef>
                <a:spcPts val="560"/>
              </a:spcBef>
              <a:spcAft>
                <a:spcPts val="0"/>
              </a:spcAft>
              <a:buClr>
                <a:schemeClr val="dk1"/>
              </a:buClr>
              <a:buSzPts val="1100"/>
              <a:buFont typeface="Arial"/>
              <a:buNone/>
            </a:pPr>
            <a:r>
              <a:rPr lang="ja"/>
              <a:t>    global x, A, T</a:t>
            </a:r>
            <a:endParaRPr/>
          </a:p>
          <a:p>
            <a:pPr indent="0" lvl="0" marL="0" rtl="0" algn="l">
              <a:lnSpc>
                <a:spcPct val="100000"/>
              </a:lnSpc>
              <a:spcBef>
                <a:spcPts val="560"/>
              </a:spcBef>
              <a:spcAft>
                <a:spcPts val="0"/>
              </a:spcAft>
              <a:buClr>
                <a:schemeClr val="dk1"/>
              </a:buClr>
              <a:buSzPts val="1100"/>
              <a:buFont typeface="Arial"/>
              <a:buNone/>
            </a:pPr>
            <a:r>
              <a:rPr lang="ja"/>
              <a:t>    </a:t>
            </a:r>
            <a:r>
              <a:rPr b="1" lang="ja">
                <a:highlight>
                  <a:srgbClr val="00FF00"/>
                </a:highlight>
              </a:rPr>
              <a:t>y = A * sin(TWO_PI * x / T)</a:t>
            </a:r>
            <a:r>
              <a:rPr lang="ja"/>
              <a:t> + y1</a:t>
            </a:r>
            <a:endParaRPr/>
          </a:p>
          <a:p>
            <a:pPr indent="0" lvl="0" marL="0" rtl="0" algn="l">
              <a:lnSpc>
                <a:spcPct val="100000"/>
              </a:lnSpc>
              <a:spcBef>
                <a:spcPts val="560"/>
              </a:spcBef>
              <a:spcAft>
                <a:spcPts val="0"/>
              </a:spcAft>
              <a:buClr>
                <a:schemeClr val="dk1"/>
              </a:buClr>
              <a:buSzPts val="1100"/>
              <a:buFont typeface="Arial"/>
              <a:buNone/>
            </a:pPr>
            <a:r>
              <a:rPr lang="ja"/>
              <a:t>    ellipse(x, y, 5, 5)</a:t>
            </a:r>
            <a:endParaRPr/>
          </a:p>
          <a:p>
            <a:pPr indent="0" lvl="0" marL="0" rtl="0" algn="l">
              <a:lnSpc>
                <a:spcPct val="100000"/>
              </a:lnSpc>
              <a:spcBef>
                <a:spcPts val="560"/>
              </a:spcBef>
              <a:spcAft>
                <a:spcPts val="0"/>
              </a:spcAft>
              <a:buClr>
                <a:schemeClr val="dk1"/>
              </a:buClr>
              <a:buSzPts val="1100"/>
              <a:buFont typeface="Arial"/>
              <a:buNone/>
            </a:pPr>
            <a:r>
              <a:rPr lang="ja"/>
              <a:t>    x = x + 1</a:t>
            </a:r>
            <a:endParaRPr/>
          </a:p>
          <a:p>
            <a:pPr indent="0" lvl="0" marL="0" rtl="0" algn="l">
              <a:lnSpc>
                <a:spcPct val="100000"/>
              </a:lnSpc>
              <a:spcBef>
                <a:spcPts val="560"/>
              </a:spcBef>
              <a:spcAft>
                <a:spcPts val="0"/>
              </a:spcAft>
              <a:buSzPts val="2400"/>
              <a:buNone/>
            </a:pPr>
            <a:r>
              <a:t/>
            </a:r>
            <a:endParaRPr/>
          </a:p>
        </p:txBody>
      </p:sp>
      <p:sp>
        <p:nvSpPr>
          <p:cNvPr id="634" name="Google Shape;634;p48"/>
          <p:cNvSpPr txBox="1"/>
          <p:nvPr>
            <p:ph idx="12" type="sldNum"/>
          </p:nvPr>
        </p:nvSpPr>
        <p:spPr>
          <a:xfrm>
            <a:off x="8568700" y="4038407"/>
            <a:ext cx="575400" cy="315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ja"/>
              <a:t>‹#›</a:t>
            </a:fld>
            <a:endParaRPr/>
          </a:p>
        </p:txBody>
      </p:sp>
      <p:pic>
        <p:nvPicPr>
          <p:cNvPr id="635" name="Google Shape;635;p48"/>
          <p:cNvPicPr preferRelativeResize="0"/>
          <p:nvPr/>
        </p:nvPicPr>
        <p:blipFill rotWithShape="1">
          <a:blip r:embed="rId3">
            <a:alphaModFix/>
          </a:blip>
          <a:srcRect b="0" l="0" r="0" t="0"/>
          <a:stretch/>
        </p:blipFill>
        <p:spPr>
          <a:xfrm>
            <a:off x="3808099" y="815363"/>
            <a:ext cx="3968082" cy="3098981"/>
          </a:xfrm>
          <a:prstGeom prst="rect">
            <a:avLst/>
          </a:prstGeom>
          <a:noFill/>
          <a:ln>
            <a:noFill/>
          </a:ln>
        </p:spPr>
      </p:pic>
      <p:sp>
        <p:nvSpPr>
          <p:cNvPr id="636" name="Google Shape;636;p48"/>
          <p:cNvSpPr/>
          <p:nvPr/>
        </p:nvSpPr>
        <p:spPr>
          <a:xfrm>
            <a:off x="479475" y="109744"/>
            <a:ext cx="2016900" cy="447600"/>
          </a:xfrm>
          <a:prstGeom prst="roundRect">
            <a:avLst>
              <a:gd fmla="val 16667" name="adj"/>
            </a:avLst>
          </a:prstGeom>
          <a:solidFill>
            <a:srgbClr val="FFFFFF"/>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700"/>
              <a:buFont typeface="Arial"/>
              <a:buNone/>
            </a:pPr>
            <a:r>
              <a:rPr b="0" i="0" lang="ja" sz="2700" u="none" cap="none" strike="noStrike">
                <a:solidFill>
                  <a:srgbClr val="000000"/>
                </a:solidFill>
                <a:latin typeface="Arial"/>
                <a:ea typeface="Arial"/>
                <a:cs typeface="Arial"/>
                <a:sym typeface="Arial"/>
              </a:rPr>
              <a:t>step6_</a:t>
            </a:r>
            <a:r>
              <a:rPr lang="ja" sz="2700"/>
              <a:t>3</a:t>
            </a:r>
            <a:endParaRPr b="0" i="0" sz="2700" u="none" cap="none" strike="noStrik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49"/>
          <p:cNvSpPr txBox="1"/>
          <p:nvPr>
            <p:ph type="title"/>
          </p:nvPr>
        </p:nvSpPr>
        <p:spPr>
          <a:xfrm>
            <a:off x="467544" y="72895"/>
            <a:ext cx="8229600" cy="315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3000"/>
              <a:buNone/>
            </a:pPr>
            <a:r>
              <a:rPr lang="ja"/>
              <a:t>SineWaveとaddSignal を利用して音を出す</a:t>
            </a:r>
            <a:endParaRPr/>
          </a:p>
        </p:txBody>
      </p:sp>
      <p:sp>
        <p:nvSpPr>
          <p:cNvPr id="643" name="Google Shape;643;p49"/>
          <p:cNvSpPr txBox="1"/>
          <p:nvPr>
            <p:ph idx="1" type="body"/>
          </p:nvPr>
        </p:nvSpPr>
        <p:spPr>
          <a:xfrm>
            <a:off x="467544" y="582952"/>
            <a:ext cx="8229600" cy="312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2400"/>
              <a:buNone/>
            </a:pPr>
            <a:r>
              <a:rPr lang="ja" sz="2900"/>
              <a:t>    wave = </a:t>
            </a:r>
            <a:r>
              <a:rPr lang="ja" sz="2900">
                <a:solidFill>
                  <a:srgbClr val="E06666"/>
                </a:solidFill>
              </a:rPr>
              <a:t>SineWave</a:t>
            </a:r>
            <a:r>
              <a:rPr lang="ja" sz="2900"/>
              <a:t>(freq, 1.0, out.sampleRate())</a:t>
            </a:r>
            <a:endParaRPr sz="2900"/>
          </a:p>
          <a:p>
            <a:pPr indent="0" lvl="0" marL="0" rtl="0" algn="l">
              <a:lnSpc>
                <a:spcPct val="100000"/>
              </a:lnSpc>
              <a:spcBef>
                <a:spcPts val="0"/>
              </a:spcBef>
              <a:spcAft>
                <a:spcPts val="0"/>
              </a:spcAft>
              <a:buSzPts val="2400"/>
              <a:buNone/>
            </a:pPr>
            <a:r>
              <a:rPr lang="ja" sz="2900"/>
              <a:t>    out.</a:t>
            </a:r>
            <a:r>
              <a:rPr lang="ja" sz="2900">
                <a:solidFill>
                  <a:srgbClr val="E06666"/>
                </a:solidFill>
              </a:rPr>
              <a:t>addSignal</a:t>
            </a:r>
            <a:r>
              <a:rPr lang="ja" sz="2900"/>
              <a:t>(wave)</a:t>
            </a:r>
            <a:endParaRPr sz="2900"/>
          </a:p>
          <a:p>
            <a:pPr indent="0" lvl="0" marL="0" rtl="0" algn="l">
              <a:lnSpc>
                <a:spcPct val="100000"/>
              </a:lnSpc>
              <a:spcBef>
                <a:spcPts val="0"/>
              </a:spcBef>
              <a:spcAft>
                <a:spcPts val="0"/>
              </a:spcAft>
              <a:buSzPts val="2400"/>
              <a:buNone/>
            </a:pPr>
            <a:r>
              <a:t/>
            </a:r>
            <a:endParaRPr sz="2900"/>
          </a:p>
          <a:p>
            <a:pPr indent="0" lvl="0" marL="0" rtl="0" algn="l">
              <a:lnSpc>
                <a:spcPct val="100000"/>
              </a:lnSpc>
              <a:spcBef>
                <a:spcPts val="0"/>
              </a:spcBef>
              <a:spcAft>
                <a:spcPts val="0"/>
              </a:spcAft>
              <a:buSzPts val="2400"/>
              <a:buNone/>
            </a:pPr>
            <a:r>
              <a:t/>
            </a:r>
            <a:endParaRPr sz="2900"/>
          </a:p>
          <a:p>
            <a:pPr indent="0" lvl="0" marL="0" rtl="0" algn="l">
              <a:lnSpc>
                <a:spcPct val="100000"/>
              </a:lnSpc>
              <a:spcBef>
                <a:spcPts val="0"/>
              </a:spcBef>
              <a:spcAft>
                <a:spcPts val="0"/>
              </a:spcAft>
              <a:buSzPts val="2400"/>
              <a:buNone/>
            </a:pPr>
            <a:r>
              <a:rPr lang="ja" sz="2900"/>
              <a:t>freqに代入した周波数の音が出る</a:t>
            </a:r>
            <a:endParaRPr sz="2900"/>
          </a:p>
          <a:p>
            <a:pPr indent="0" lvl="0" marL="0" rtl="0" algn="l">
              <a:lnSpc>
                <a:spcPct val="100000"/>
              </a:lnSpc>
              <a:spcBef>
                <a:spcPts val="0"/>
              </a:spcBef>
              <a:spcAft>
                <a:spcPts val="0"/>
              </a:spcAft>
              <a:buSzPts val="2400"/>
              <a:buNone/>
            </a:pPr>
            <a:r>
              <a:t/>
            </a:r>
            <a:endParaRPr sz="2900"/>
          </a:p>
          <a:p>
            <a:pPr indent="0" lvl="0" marL="0" rtl="0" algn="l">
              <a:lnSpc>
                <a:spcPct val="100000"/>
              </a:lnSpc>
              <a:spcBef>
                <a:spcPts val="0"/>
              </a:spcBef>
              <a:spcAft>
                <a:spcPts val="0"/>
              </a:spcAft>
              <a:buSzPts val="2400"/>
              <a:buNone/>
            </a:pPr>
            <a:r>
              <a:rPr lang="ja" sz="2900"/>
              <a:t>さらに異なる周波数の波形を合成できる</a:t>
            </a:r>
            <a:endParaRPr sz="2900"/>
          </a:p>
          <a:p>
            <a:pPr indent="0" lvl="0" marL="0" rtl="0" algn="l">
              <a:lnSpc>
                <a:spcPct val="100000"/>
              </a:lnSpc>
              <a:spcBef>
                <a:spcPts val="0"/>
              </a:spcBef>
              <a:spcAft>
                <a:spcPts val="0"/>
              </a:spcAft>
              <a:buSzPts val="2400"/>
              <a:buNone/>
            </a:pPr>
            <a:r>
              <a:rPr lang="ja" sz="2900"/>
              <a:t>　wave = </a:t>
            </a:r>
            <a:r>
              <a:rPr lang="ja" sz="2900">
                <a:solidFill>
                  <a:srgbClr val="E06666"/>
                </a:solidFill>
              </a:rPr>
              <a:t>SineWave</a:t>
            </a:r>
            <a:r>
              <a:rPr lang="ja" sz="2900"/>
              <a:t>(freq * 2, 1.0, out.sampleRate())</a:t>
            </a:r>
            <a:endParaRPr sz="2900"/>
          </a:p>
          <a:p>
            <a:pPr indent="0" lvl="0" marL="0" rtl="0" algn="l">
              <a:lnSpc>
                <a:spcPct val="100000"/>
              </a:lnSpc>
              <a:spcBef>
                <a:spcPts val="0"/>
              </a:spcBef>
              <a:spcAft>
                <a:spcPts val="0"/>
              </a:spcAft>
              <a:buSzPts val="2400"/>
              <a:buNone/>
            </a:pPr>
            <a:r>
              <a:rPr lang="ja" sz="2900"/>
              <a:t>    out.</a:t>
            </a:r>
            <a:r>
              <a:rPr lang="ja" sz="2900">
                <a:solidFill>
                  <a:srgbClr val="E06666"/>
                </a:solidFill>
              </a:rPr>
              <a:t>addSignal</a:t>
            </a:r>
            <a:r>
              <a:rPr lang="ja" sz="2900"/>
              <a:t>(wave)</a:t>
            </a:r>
            <a:endParaRPr sz="2900"/>
          </a:p>
          <a:p>
            <a:pPr indent="0" lvl="0" marL="0" rtl="0" algn="l">
              <a:lnSpc>
                <a:spcPct val="100000"/>
              </a:lnSpc>
              <a:spcBef>
                <a:spcPts val="0"/>
              </a:spcBef>
              <a:spcAft>
                <a:spcPts val="0"/>
              </a:spcAft>
              <a:buSzPts val="2400"/>
              <a:buNone/>
            </a:pPr>
            <a:r>
              <a:rPr lang="ja" sz="2900"/>
              <a:t>　wave = </a:t>
            </a:r>
            <a:r>
              <a:rPr lang="ja" sz="2900">
                <a:solidFill>
                  <a:srgbClr val="E06666"/>
                </a:solidFill>
              </a:rPr>
              <a:t>SineWave</a:t>
            </a:r>
            <a:r>
              <a:rPr lang="ja" sz="2900"/>
              <a:t>(freq * 3, 1.0, out.sampleRate())</a:t>
            </a:r>
            <a:endParaRPr sz="2900"/>
          </a:p>
          <a:p>
            <a:pPr indent="0" lvl="0" marL="0" rtl="0" algn="l">
              <a:lnSpc>
                <a:spcPct val="100000"/>
              </a:lnSpc>
              <a:spcBef>
                <a:spcPts val="0"/>
              </a:spcBef>
              <a:spcAft>
                <a:spcPts val="0"/>
              </a:spcAft>
              <a:buClr>
                <a:schemeClr val="dk1"/>
              </a:buClr>
              <a:buSzPts val="1100"/>
              <a:buFont typeface="Arial"/>
              <a:buNone/>
            </a:pPr>
            <a:r>
              <a:rPr lang="ja" sz="2900"/>
              <a:t>    out.</a:t>
            </a:r>
            <a:r>
              <a:rPr lang="ja" sz="2900">
                <a:solidFill>
                  <a:srgbClr val="E06666"/>
                </a:solidFill>
              </a:rPr>
              <a:t>addSignal</a:t>
            </a:r>
            <a:r>
              <a:rPr lang="ja" sz="2900"/>
              <a:t>(wave)</a:t>
            </a:r>
            <a:endParaRPr sz="2900"/>
          </a:p>
        </p:txBody>
      </p:sp>
      <p:sp>
        <p:nvSpPr>
          <p:cNvPr id="644" name="Google Shape;644;p49"/>
          <p:cNvSpPr txBox="1"/>
          <p:nvPr>
            <p:ph idx="12" type="sldNum"/>
          </p:nvPr>
        </p:nvSpPr>
        <p:spPr>
          <a:xfrm>
            <a:off x="8568700" y="4038407"/>
            <a:ext cx="575400" cy="315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ja"/>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50"/>
          <p:cNvSpPr txBox="1"/>
          <p:nvPr>
            <p:ph idx="1" type="body"/>
          </p:nvPr>
        </p:nvSpPr>
        <p:spPr>
          <a:xfrm>
            <a:off x="457200" y="944531"/>
            <a:ext cx="5098200" cy="3744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2400"/>
              <a:buNone/>
            </a:pPr>
            <a:r>
              <a:rPr b="1" lang="ja" sz="1800"/>
              <a:t>add_library('minim')</a:t>
            </a:r>
            <a:endParaRPr b="1" sz="1800"/>
          </a:p>
          <a:p>
            <a:pPr indent="0" lvl="0" marL="0" rtl="0" algn="l">
              <a:lnSpc>
                <a:spcPct val="100000"/>
              </a:lnSpc>
              <a:spcBef>
                <a:spcPts val="0"/>
              </a:spcBef>
              <a:spcAft>
                <a:spcPts val="0"/>
              </a:spcAft>
              <a:buSzPts val="2400"/>
              <a:buNone/>
            </a:pPr>
            <a:r>
              <a:t/>
            </a:r>
            <a:endParaRPr sz="1800"/>
          </a:p>
          <a:p>
            <a:pPr indent="0" lvl="0" marL="0" rtl="0" algn="l">
              <a:lnSpc>
                <a:spcPct val="100000"/>
              </a:lnSpc>
              <a:spcBef>
                <a:spcPts val="0"/>
              </a:spcBef>
              <a:spcAft>
                <a:spcPts val="0"/>
              </a:spcAft>
              <a:buSzPts val="2400"/>
              <a:buNone/>
            </a:pPr>
            <a:r>
              <a:rPr b="1" lang="ja" sz="1800"/>
              <a:t>def setup() :</a:t>
            </a:r>
            <a:endParaRPr b="1" sz="1800"/>
          </a:p>
          <a:p>
            <a:pPr indent="0" lvl="0" marL="0" rtl="0" algn="l">
              <a:lnSpc>
                <a:spcPct val="100000"/>
              </a:lnSpc>
              <a:spcBef>
                <a:spcPts val="0"/>
              </a:spcBef>
              <a:spcAft>
                <a:spcPts val="0"/>
              </a:spcAft>
              <a:buSzPts val="2400"/>
              <a:buNone/>
            </a:pPr>
            <a:r>
              <a:rPr lang="ja" sz="1800"/>
              <a:t>    global minim</a:t>
            </a:r>
            <a:endParaRPr sz="1800"/>
          </a:p>
          <a:p>
            <a:pPr indent="0" lvl="0" marL="0" rtl="0" algn="l">
              <a:lnSpc>
                <a:spcPct val="100000"/>
              </a:lnSpc>
              <a:spcBef>
                <a:spcPts val="0"/>
              </a:spcBef>
              <a:spcAft>
                <a:spcPts val="0"/>
              </a:spcAft>
              <a:buSzPts val="2400"/>
              <a:buNone/>
            </a:pPr>
            <a:r>
              <a:rPr lang="ja" sz="1800"/>
              <a:t>    global wave</a:t>
            </a:r>
            <a:endParaRPr sz="1800"/>
          </a:p>
          <a:p>
            <a:pPr indent="0" lvl="0" marL="0" rtl="0" algn="l">
              <a:lnSpc>
                <a:spcPct val="100000"/>
              </a:lnSpc>
              <a:spcBef>
                <a:spcPts val="0"/>
              </a:spcBef>
              <a:spcAft>
                <a:spcPts val="0"/>
              </a:spcAft>
              <a:buSzPts val="2400"/>
              <a:buNone/>
            </a:pPr>
            <a:r>
              <a:rPr lang="ja" sz="1800"/>
              <a:t>    </a:t>
            </a:r>
            <a:endParaRPr sz="1800"/>
          </a:p>
          <a:p>
            <a:pPr indent="0" lvl="0" marL="0" rtl="0" algn="l">
              <a:lnSpc>
                <a:spcPct val="100000"/>
              </a:lnSpc>
              <a:spcBef>
                <a:spcPts val="0"/>
              </a:spcBef>
              <a:spcAft>
                <a:spcPts val="0"/>
              </a:spcAft>
              <a:buSzPts val="2400"/>
              <a:buNone/>
            </a:pPr>
            <a:r>
              <a:rPr lang="ja" sz="1800"/>
              <a:t>    size(800, 600)</a:t>
            </a:r>
            <a:endParaRPr sz="1800"/>
          </a:p>
          <a:p>
            <a:pPr indent="0" lvl="0" marL="0" rtl="0" algn="l">
              <a:lnSpc>
                <a:spcPct val="100000"/>
              </a:lnSpc>
              <a:spcBef>
                <a:spcPts val="0"/>
              </a:spcBef>
              <a:spcAft>
                <a:spcPts val="0"/>
              </a:spcAft>
              <a:buSzPts val="2400"/>
              <a:buNone/>
            </a:pPr>
            <a:r>
              <a:rPr lang="ja" sz="1800"/>
              <a:t>    background(0)</a:t>
            </a:r>
            <a:endParaRPr sz="1800"/>
          </a:p>
          <a:p>
            <a:pPr indent="0" lvl="0" marL="0" rtl="0" algn="l">
              <a:lnSpc>
                <a:spcPct val="100000"/>
              </a:lnSpc>
              <a:spcBef>
                <a:spcPts val="0"/>
              </a:spcBef>
              <a:spcAft>
                <a:spcPts val="0"/>
              </a:spcAft>
              <a:buSzPts val="2400"/>
              <a:buNone/>
            </a:pPr>
            <a:r>
              <a:t/>
            </a:r>
            <a:endParaRPr sz="1800"/>
          </a:p>
          <a:p>
            <a:pPr indent="0" lvl="0" marL="0" rtl="0" algn="l">
              <a:lnSpc>
                <a:spcPct val="100000"/>
              </a:lnSpc>
              <a:spcBef>
                <a:spcPts val="0"/>
              </a:spcBef>
              <a:spcAft>
                <a:spcPts val="0"/>
              </a:spcAft>
              <a:buSzPts val="2400"/>
              <a:buNone/>
            </a:pPr>
            <a:r>
              <a:rPr lang="ja" sz="1800"/>
              <a:t>    minim = Minim(this)</a:t>
            </a:r>
            <a:endParaRPr sz="1800"/>
          </a:p>
          <a:p>
            <a:pPr indent="0" lvl="0" marL="0" rtl="0" algn="l">
              <a:lnSpc>
                <a:spcPct val="100000"/>
              </a:lnSpc>
              <a:spcBef>
                <a:spcPts val="0"/>
              </a:spcBef>
              <a:spcAft>
                <a:spcPts val="0"/>
              </a:spcAft>
              <a:buSzPts val="2400"/>
              <a:buNone/>
            </a:pPr>
            <a:r>
              <a:rPr lang="ja" sz="1800"/>
              <a:t>    out = minim.getLineOut(Minim.STEREO)</a:t>
            </a:r>
            <a:endParaRPr sz="1800"/>
          </a:p>
          <a:p>
            <a:pPr indent="0" lvl="0" marL="0" rtl="0" algn="l">
              <a:lnSpc>
                <a:spcPct val="100000"/>
              </a:lnSpc>
              <a:spcBef>
                <a:spcPts val="0"/>
              </a:spcBef>
              <a:spcAft>
                <a:spcPts val="0"/>
              </a:spcAft>
              <a:buSzPts val="2400"/>
              <a:buNone/>
            </a:pPr>
            <a:r>
              <a:rPr lang="ja" sz="1800"/>
              <a:t>    wave = </a:t>
            </a:r>
            <a:r>
              <a:rPr b="1" lang="ja" sz="1800">
                <a:solidFill>
                  <a:srgbClr val="E06666"/>
                </a:solidFill>
              </a:rPr>
              <a:t>SineWave</a:t>
            </a:r>
            <a:r>
              <a:rPr lang="ja" sz="1800"/>
              <a:t>(0, 1.0, out.sampleRate())</a:t>
            </a:r>
            <a:endParaRPr sz="1800"/>
          </a:p>
          <a:p>
            <a:pPr indent="0" lvl="0" marL="0" rtl="0" algn="l">
              <a:lnSpc>
                <a:spcPct val="100000"/>
              </a:lnSpc>
              <a:spcBef>
                <a:spcPts val="0"/>
              </a:spcBef>
              <a:spcAft>
                <a:spcPts val="0"/>
              </a:spcAft>
              <a:buSzPts val="2400"/>
              <a:buNone/>
            </a:pPr>
            <a:r>
              <a:rPr lang="ja" sz="1800"/>
              <a:t>    out.</a:t>
            </a:r>
            <a:r>
              <a:rPr b="1" lang="ja" sz="1800">
                <a:solidFill>
                  <a:srgbClr val="E06666"/>
                </a:solidFill>
              </a:rPr>
              <a:t>addSignal</a:t>
            </a:r>
            <a:r>
              <a:rPr lang="ja" sz="1800"/>
              <a:t>(wave)</a:t>
            </a:r>
            <a:endParaRPr sz="1800"/>
          </a:p>
          <a:p>
            <a:pPr indent="0" lvl="0" marL="0" rtl="0" algn="l">
              <a:lnSpc>
                <a:spcPct val="100000"/>
              </a:lnSpc>
              <a:spcBef>
                <a:spcPts val="0"/>
              </a:spcBef>
              <a:spcAft>
                <a:spcPts val="0"/>
              </a:spcAft>
              <a:buSzPts val="2400"/>
              <a:buNone/>
            </a:pPr>
            <a:r>
              <a:rPr lang="ja" sz="1800"/>
              <a:t>    </a:t>
            </a:r>
            <a:endParaRPr sz="1800"/>
          </a:p>
          <a:p>
            <a:pPr indent="0" lvl="0" marL="0" rtl="0" algn="l">
              <a:lnSpc>
                <a:spcPct val="100000"/>
              </a:lnSpc>
              <a:spcBef>
                <a:spcPts val="0"/>
              </a:spcBef>
              <a:spcAft>
                <a:spcPts val="0"/>
              </a:spcAft>
              <a:buSzPts val="2400"/>
              <a:buNone/>
            </a:pPr>
            <a:r>
              <a:rPr b="1" lang="ja" sz="1800"/>
              <a:t>def draw():</a:t>
            </a:r>
            <a:endParaRPr b="1" sz="1800"/>
          </a:p>
          <a:p>
            <a:pPr indent="0" lvl="0" marL="0" rtl="0" algn="l">
              <a:lnSpc>
                <a:spcPct val="100000"/>
              </a:lnSpc>
              <a:spcBef>
                <a:spcPts val="0"/>
              </a:spcBef>
              <a:spcAft>
                <a:spcPts val="0"/>
              </a:spcAft>
              <a:buSzPts val="2400"/>
              <a:buNone/>
            </a:pPr>
            <a:r>
              <a:rPr lang="ja" sz="1800"/>
              <a:t>  background(0);</a:t>
            </a:r>
            <a:endParaRPr sz="1800"/>
          </a:p>
          <a:p>
            <a:pPr indent="0" lvl="0" marL="0" rtl="0" algn="l">
              <a:lnSpc>
                <a:spcPct val="100000"/>
              </a:lnSpc>
              <a:spcBef>
                <a:spcPts val="0"/>
              </a:spcBef>
              <a:spcAft>
                <a:spcPts val="0"/>
              </a:spcAft>
              <a:buSzPts val="2400"/>
              <a:buNone/>
            </a:pPr>
            <a:r>
              <a:t/>
            </a:r>
            <a:endParaRPr sz="1800"/>
          </a:p>
        </p:txBody>
      </p:sp>
      <p:sp>
        <p:nvSpPr>
          <p:cNvPr id="651" name="Google Shape;651;p50"/>
          <p:cNvSpPr txBox="1"/>
          <p:nvPr>
            <p:ph idx="12" type="sldNum"/>
          </p:nvPr>
        </p:nvSpPr>
        <p:spPr>
          <a:xfrm>
            <a:off x="8568700" y="4038407"/>
            <a:ext cx="575400" cy="315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ja"/>
              <a:t>‹#›</a:t>
            </a:fld>
            <a:endParaRPr/>
          </a:p>
        </p:txBody>
      </p:sp>
      <p:sp>
        <p:nvSpPr>
          <p:cNvPr id="652" name="Google Shape;652;p50"/>
          <p:cNvSpPr/>
          <p:nvPr/>
        </p:nvSpPr>
        <p:spPr>
          <a:xfrm>
            <a:off x="479475" y="109744"/>
            <a:ext cx="2016900" cy="447600"/>
          </a:xfrm>
          <a:prstGeom prst="roundRect">
            <a:avLst>
              <a:gd fmla="val 16667" name="adj"/>
            </a:avLst>
          </a:prstGeom>
          <a:solidFill>
            <a:srgbClr val="FFFFFF"/>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700"/>
              <a:buFont typeface="Arial"/>
              <a:buNone/>
            </a:pPr>
            <a:r>
              <a:rPr b="0" i="0" lang="ja" sz="2700" u="none" cap="none" strike="noStrike">
                <a:solidFill>
                  <a:srgbClr val="000000"/>
                </a:solidFill>
                <a:latin typeface="Arial"/>
                <a:ea typeface="Arial"/>
                <a:cs typeface="Arial"/>
                <a:sym typeface="Arial"/>
              </a:rPr>
              <a:t>step6_</a:t>
            </a:r>
            <a:r>
              <a:rPr lang="ja" sz="2700"/>
              <a:t>4</a:t>
            </a:r>
            <a:endParaRPr b="0" i="0" sz="2700" u="none" cap="none" strike="noStrike">
              <a:solidFill>
                <a:srgbClr val="000000"/>
              </a:solidFill>
              <a:latin typeface="Arial"/>
              <a:ea typeface="Arial"/>
              <a:cs typeface="Arial"/>
              <a:sym typeface="Arial"/>
            </a:endParaRPr>
          </a:p>
        </p:txBody>
      </p:sp>
      <p:sp>
        <p:nvSpPr>
          <p:cNvPr id="653" name="Google Shape;653;p50"/>
          <p:cNvSpPr txBox="1"/>
          <p:nvPr/>
        </p:nvSpPr>
        <p:spPr>
          <a:xfrm>
            <a:off x="2622200" y="81919"/>
            <a:ext cx="8085000" cy="378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560"/>
              </a:spcBef>
              <a:spcAft>
                <a:spcPts val="0"/>
              </a:spcAft>
              <a:buClr>
                <a:srgbClr val="000000"/>
              </a:buClr>
              <a:buSzPts val="2400"/>
              <a:buFont typeface="Arial"/>
              <a:buNone/>
            </a:pPr>
            <a:r>
              <a:rPr b="0" i="0" lang="ja" sz="2400" u="none" cap="none" strike="noStrike">
                <a:solidFill>
                  <a:schemeClr val="dk1"/>
                </a:solidFill>
                <a:latin typeface="Calibri"/>
                <a:ea typeface="Calibri"/>
                <a:cs typeface="Calibri"/>
                <a:sym typeface="Calibri"/>
              </a:rPr>
              <a:t>音階（周波数）を指定して音を出してみよう</a:t>
            </a:r>
            <a:endParaRPr b="0" i="0" sz="1400" u="none" cap="none" strike="noStrike">
              <a:solidFill>
                <a:srgbClr val="000000"/>
              </a:solidFill>
              <a:latin typeface="Arial"/>
              <a:ea typeface="Arial"/>
              <a:cs typeface="Arial"/>
              <a:sym typeface="Arial"/>
            </a:endParaRPr>
          </a:p>
        </p:txBody>
      </p:sp>
      <p:sp>
        <p:nvSpPr>
          <p:cNvPr id="654" name="Google Shape;654;p50"/>
          <p:cNvSpPr txBox="1"/>
          <p:nvPr>
            <p:ph idx="1" type="body"/>
          </p:nvPr>
        </p:nvSpPr>
        <p:spPr>
          <a:xfrm>
            <a:off x="5152250" y="699638"/>
            <a:ext cx="5098200" cy="3744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2400"/>
              <a:buNone/>
            </a:pPr>
            <a:r>
              <a:rPr b="1" lang="ja" sz="1800"/>
              <a:t># 続き</a:t>
            </a:r>
            <a:endParaRPr b="1" sz="1800"/>
          </a:p>
          <a:p>
            <a:pPr indent="0" lvl="0" marL="0" rtl="0" algn="l">
              <a:lnSpc>
                <a:spcPct val="100000"/>
              </a:lnSpc>
              <a:spcBef>
                <a:spcPts val="0"/>
              </a:spcBef>
              <a:spcAft>
                <a:spcPts val="0"/>
              </a:spcAft>
              <a:buSzPts val="2400"/>
              <a:buNone/>
            </a:pPr>
            <a:r>
              <a:rPr b="1" lang="ja" sz="1800"/>
              <a:t>def keyPressed():</a:t>
            </a:r>
            <a:endParaRPr b="1" sz="1800"/>
          </a:p>
          <a:p>
            <a:pPr indent="0" lvl="0" marL="0" rtl="0" algn="l">
              <a:lnSpc>
                <a:spcPct val="100000"/>
              </a:lnSpc>
              <a:spcBef>
                <a:spcPts val="0"/>
              </a:spcBef>
              <a:spcAft>
                <a:spcPts val="0"/>
              </a:spcAft>
              <a:buSzPts val="2400"/>
              <a:buNone/>
            </a:pPr>
            <a:r>
              <a:rPr lang="ja" sz="1800"/>
              <a:t>    if key == '1':</a:t>
            </a:r>
            <a:endParaRPr sz="1800"/>
          </a:p>
          <a:p>
            <a:pPr indent="0" lvl="0" marL="0" rtl="0" algn="l">
              <a:lnSpc>
                <a:spcPct val="100000"/>
              </a:lnSpc>
              <a:spcBef>
                <a:spcPts val="0"/>
              </a:spcBef>
              <a:spcAft>
                <a:spcPts val="0"/>
              </a:spcAft>
              <a:buSzPts val="2400"/>
              <a:buNone/>
            </a:pPr>
            <a:r>
              <a:rPr lang="ja" sz="1800"/>
              <a:t>        wave.setFreq(440.00)</a:t>
            </a:r>
            <a:endParaRPr sz="1800"/>
          </a:p>
          <a:p>
            <a:pPr indent="0" lvl="0" marL="0" rtl="0" algn="l">
              <a:lnSpc>
                <a:spcPct val="100000"/>
              </a:lnSpc>
              <a:spcBef>
                <a:spcPts val="0"/>
              </a:spcBef>
              <a:spcAft>
                <a:spcPts val="0"/>
              </a:spcAft>
              <a:buSzPts val="2400"/>
              <a:buNone/>
            </a:pPr>
            <a:r>
              <a:rPr lang="ja" sz="1800"/>
              <a:t>  </a:t>
            </a:r>
            <a:endParaRPr sz="1800"/>
          </a:p>
          <a:p>
            <a:pPr indent="0" lvl="0" marL="0" rtl="0" algn="l">
              <a:lnSpc>
                <a:spcPct val="100000"/>
              </a:lnSpc>
              <a:spcBef>
                <a:spcPts val="0"/>
              </a:spcBef>
              <a:spcAft>
                <a:spcPts val="0"/>
              </a:spcAft>
              <a:buSzPts val="2400"/>
              <a:buNone/>
            </a:pPr>
            <a:r>
              <a:rPr lang="ja" sz="1800"/>
              <a:t>    if key == '2':</a:t>
            </a:r>
            <a:endParaRPr sz="1800"/>
          </a:p>
          <a:p>
            <a:pPr indent="0" lvl="0" marL="0" rtl="0" algn="l">
              <a:lnSpc>
                <a:spcPct val="100000"/>
              </a:lnSpc>
              <a:spcBef>
                <a:spcPts val="0"/>
              </a:spcBef>
              <a:spcAft>
                <a:spcPts val="0"/>
              </a:spcAft>
              <a:buSzPts val="2400"/>
              <a:buNone/>
            </a:pPr>
            <a:r>
              <a:rPr lang="ja" sz="1800"/>
              <a:t>        wave.setFreq(493.88)</a:t>
            </a:r>
            <a:endParaRPr sz="1800"/>
          </a:p>
          <a:p>
            <a:pPr indent="0" lvl="0" marL="0" rtl="0" algn="l">
              <a:lnSpc>
                <a:spcPct val="100000"/>
              </a:lnSpc>
              <a:spcBef>
                <a:spcPts val="0"/>
              </a:spcBef>
              <a:spcAft>
                <a:spcPts val="0"/>
              </a:spcAft>
              <a:buSzPts val="2400"/>
              <a:buNone/>
            </a:pPr>
            <a:r>
              <a:t/>
            </a:r>
            <a:endParaRPr sz="1800"/>
          </a:p>
          <a:p>
            <a:pPr indent="0" lvl="0" marL="0" rtl="0" algn="l">
              <a:lnSpc>
                <a:spcPct val="100000"/>
              </a:lnSpc>
              <a:spcBef>
                <a:spcPts val="0"/>
              </a:spcBef>
              <a:spcAft>
                <a:spcPts val="0"/>
              </a:spcAft>
              <a:buClr>
                <a:schemeClr val="dk1"/>
              </a:buClr>
              <a:buSzPts val="1100"/>
              <a:buFont typeface="Arial"/>
              <a:buNone/>
            </a:pPr>
            <a:r>
              <a:rPr lang="ja" sz="1800"/>
              <a:t>    if key == '3':</a:t>
            </a:r>
            <a:endParaRPr sz="1800"/>
          </a:p>
          <a:p>
            <a:pPr indent="0" lvl="0" marL="0" rtl="0" algn="l">
              <a:lnSpc>
                <a:spcPct val="100000"/>
              </a:lnSpc>
              <a:spcBef>
                <a:spcPts val="0"/>
              </a:spcBef>
              <a:spcAft>
                <a:spcPts val="0"/>
              </a:spcAft>
              <a:buClr>
                <a:schemeClr val="dk1"/>
              </a:buClr>
              <a:buSzPts val="1100"/>
              <a:buFont typeface="Arial"/>
              <a:buNone/>
            </a:pPr>
            <a:r>
              <a:rPr lang="ja" sz="1800"/>
              <a:t>        wave.setFreq(523.25)</a:t>
            </a:r>
            <a:endParaRPr sz="1800"/>
          </a:p>
          <a:p>
            <a:pPr indent="0" lvl="0" marL="0" rtl="0" algn="l">
              <a:lnSpc>
                <a:spcPct val="100000"/>
              </a:lnSpc>
              <a:spcBef>
                <a:spcPts val="0"/>
              </a:spcBef>
              <a:spcAft>
                <a:spcPts val="0"/>
              </a:spcAft>
              <a:buSzPts val="2400"/>
              <a:buNone/>
            </a:pPr>
            <a:r>
              <a:rPr lang="ja" sz="1800"/>
              <a:t>    </a:t>
            </a:r>
            <a:endParaRPr sz="1800"/>
          </a:p>
          <a:p>
            <a:pPr indent="0" lvl="0" marL="0" rtl="0" algn="l">
              <a:lnSpc>
                <a:spcPct val="100000"/>
              </a:lnSpc>
              <a:spcBef>
                <a:spcPts val="0"/>
              </a:spcBef>
              <a:spcAft>
                <a:spcPts val="0"/>
              </a:spcAft>
              <a:buSzPts val="2400"/>
              <a:buNone/>
            </a:pPr>
            <a:r>
              <a:rPr b="1" lang="ja" sz="1800"/>
              <a:t>def keyReleased():</a:t>
            </a:r>
            <a:endParaRPr b="1" sz="1800"/>
          </a:p>
          <a:p>
            <a:pPr indent="0" lvl="0" marL="0" rtl="0" algn="l">
              <a:lnSpc>
                <a:spcPct val="100000"/>
              </a:lnSpc>
              <a:spcBef>
                <a:spcPts val="0"/>
              </a:spcBef>
              <a:spcAft>
                <a:spcPts val="0"/>
              </a:spcAft>
              <a:buSzPts val="2400"/>
              <a:buNone/>
            </a:pPr>
            <a:r>
              <a:rPr lang="ja" sz="1800"/>
              <a:t>    global wave</a:t>
            </a:r>
            <a:endParaRPr sz="1800"/>
          </a:p>
          <a:p>
            <a:pPr indent="0" lvl="0" marL="0" rtl="0" algn="l">
              <a:lnSpc>
                <a:spcPct val="100000"/>
              </a:lnSpc>
              <a:spcBef>
                <a:spcPts val="0"/>
              </a:spcBef>
              <a:spcAft>
                <a:spcPts val="0"/>
              </a:spcAft>
              <a:buSzPts val="2400"/>
              <a:buNone/>
            </a:pPr>
            <a:r>
              <a:rPr lang="ja" sz="1800"/>
              <a:t>    wave.setFreq(0)</a:t>
            </a:r>
            <a:endParaRPr sz="1800"/>
          </a:p>
          <a:p>
            <a:pPr indent="0" lvl="0" marL="0" rtl="0" algn="l">
              <a:lnSpc>
                <a:spcPct val="100000"/>
              </a:lnSpc>
              <a:spcBef>
                <a:spcPts val="0"/>
              </a:spcBef>
              <a:spcAft>
                <a:spcPts val="0"/>
              </a:spcAft>
              <a:buSzPts val="2400"/>
              <a:buNone/>
            </a:pPr>
            <a:r>
              <a:t/>
            </a:r>
            <a:endParaRPr sz="1800"/>
          </a:p>
          <a:p>
            <a:pPr indent="0" lvl="0" marL="0" rtl="0" algn="l">
              <a:lnSpc>
                <a:spcPct val="100000"/>
              </a:lnSpc>
              <a:spcBef>
                <a:spcPts val="0"/>
              </a:spcBef>
              <a:spcAft>
                <a:spcPts val="0"/>
              </a:spcAft>
              <a:buSzPts val="2400"/>
              <a:buNone/>
            </a:pPr>
            <a:r>
              <a:rPr b="1" lang="ja" sz="1800"/>
              <a:t>def stop():</a:t>
            </a:r>
            <a:endParaRPr b="1" sz="1800"/>
          </a:p>
          <a:p>
            <a:pPr indent="0" lvl="0" marL="0" rtl="0" algn="l">
              <a:lnSpc>
                <a:spcPct val="100000"/>
              </a:lnSpc>
              <a:spcBef>
                <a:spcPts val="0"/>
              </a:spcBef>
              <a:spcAft>
                <a:spcPts val="0"/>
              </a:spcAft>
              <a:buSzPts val="2400"/>
              <a:buNone/>
            </a:pPr>
            <a:r>
              <a:rPr lang="ja" sz="1800"/>
              <a:t>    out.close()</a:t>
            </a:r>
            <a:endParaRPr sz="1800"/>
          </a:p>
          <a:p>
            <a:pPr indent="0" lvl="0" marL="0" rtl="0" algn="l">
              <a:lnSpc>
                <a:spcPct val="100000"/>
              </a:lnSpc>
              <a:spcBef>
                <a:spcPts val="0"/>
              </a:spcBef>
              <a:spcAft>
                <a:spcPts val="0"/>
              </a:spcAft>
              <a:buSzPts val="2400"/>
              <a:buNone/>
            </a:pPr>
            <a:r>
              <a:rPr lang="ja" sz="1800"/>
              <a:t>    minim.stop()</a:t>
            </a:r>
            <a:endParaRPr sz="1800"/>
          </a:p>
          <a:p>
            <a:pPr indent="0" lvl="0" marL="0" rtl="0" algn="l">
              <a:lnSpc>
                <a:spcPct val="100000"/>
              </a:lnSpc>
              <a:spcBef>
                <a:spcPts val="0"/>
              </a:spcBef>
              <a:spcAft>
                <a:spcPts val="0"/>
              </a:spcAft>
              <a:buSzPts val="2400"/>
              <a:buNone/>
            </a:pPr>
            <a:r>
              <a:t/>
            </a:r>
            <a:endParaRPr sz="1800"/>
          </a:p>
          <a:p>
            <a:pPr indent="0" lvl="0" marL="0" rtl="0" algn="l">
              <a:lnSpc>
                <a:spcPct val="100000"/>
              </a:lnSpc>
              <a:spcBef>
                <a:spcPts val="0"/>
              </a:spcBef>
              <a:spcAft>
                <a:spcPts val="0"/>
              </a:spcAft>
              <a:buSzPts val="2400"/>
              <a:buNone/>
            </a:pPr>
            <a:r>
              <a:t/>
            </a:r>
            <a:endParaRPr sz="1800"/>
          </a:p>
        </p:txBody>
      </p:sp>
      <p:sp>
        <p:nvSpPr>
          <p:cNvPr id="655" name="Google Shape;655;p50"/>
          <p:cNvSpPr txBox="1"/>
          <p:nvPr/>
        </p:nvSpPr>
        <p:spPr>
          <a:xfrm>
            <a:off x="100200" y="4487625"/>
            <a:ext cx="5182200" cy="6558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ja" sz="1000" u="none" cap="none" strike="noStrike">
                <a:solidFill>
                  <a:srgbClr val="CC0000"/>
                </a:solidFill>
                <a:highlight>
                  <a:srgbClr val="FFFFFF"/>
                </a:highlight>
                <a:latin typeface="Arial"/>
                <a:ea typeface="Arial"/>
                <a:cs typeface="Arial"/>
                <a:sym typeface="Arial"/>
              </a:rPr>
              <a:t>SineWave</a:t>
            </a:r>
            <a:r>
              <a:rPr b="0" i="0" lang="ja" sz="1000" u="none" cap="none" strike="noStrike">
                <a:solidFill>
                  <a:schemeClr val="dk1"/>
                </a:solidFill>
                <a:highlight>
                  <a:srgbClr val="FFFFFF"/>
                </a:highlight>
                <a:latin typeface="Arial"/>
                <a:ea typeface="Arial"/>
                <a:cs typeface="Arial"/>
                <a:sym typeface="Arial"/>
              </a:rPr>
              <a:t> メソッドは任意の周波数の正弦波を生成できる</a:t>
            </a:r>
            <a:endParaRPr b="0" i="0" sz="1000" u="none" cap="none" strike="noStrike">
              <a:solidFill>
                <a:schemeClr val="dk1"/>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ja" sz="1000" u="none" cap="none" strike="noStrike">
                <a:solidFill>
                  <a:schemeClr val="dk1"/>
                </a:solidFill>
                <a:highlight>
                  <a:srgbClr val="FFFFFF"/>
                </a:highlight>
                <a:latin typeface="Arial"/>
                <a:ea typeface="Arial"/>
                <a:cs typeface="Arial"/>
                <a:sym typeface="Arial"/>
              </a:rPr>
              <a:t>オーディオオブジェクトに </a:t>
            </a:r>
            <a:r>
              <a:rPr b="1" i="0" lang="ja" sz="1000" u="none" cap="none" strike="noStrike">
                <a:solidFill>
                  <a:srgbClr val="CC0000"/>
                </a:solidFill>
                <a:highlight>
                  <a:srgbClr val="FFFFFF"/>
                </a:highlight>
                <a:latin typeface="Arial"/>
                <a:ea typeface="Arial"/>
                <a:cs typeface="Arial"/>
                <a:sym typeface="Arial"/>
              </a:rPr>
              <a:t>addSignal</a:t>
            </a:r>
            <a:r>
              <a:rPr b="0" i="0" lang="ja" sz="1000" u="none" cap="none" strike="noStrike">
                <a:solidFill>
                  <a:schemeClr val="dk1"/>
                </a:solidFill>
                <a:highlight>
                  <a:srgbClr val="FFFFFF"/>
                </a:highlight>
                <a:latin typeface="Arial"/>
                <a:ea typeface="Arial"/>
                <a:cs typeface="Arial"/>
                <a:sym typeface="Arial"/>
              </a:rPr>
              <a:t> メソッドで設定すると、正弦波の音波を出すことができる</a:t>
            </a:r>
            <a:endParaRPr b="0" i="0" sz="1000" u="none" cap="none" strike="noStrike">
              <a:solidFill>
                <a:schemeClr val="dk1"/>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ja" sz="1000" u="none" cap="none" strike="noStrike">
                <a:solidFill>
                  <a:schemeClr val="dk1"/>
                </a:solidFill>
                <a:highlight>
                  <a:srgbClr val="FFFFFF"/>
                </a:highlight>
                <a:latin typeface="Arial"/>
                <a:ea typeface="Arial"/>
                <a:cs typeface="Arial"/>
                <a:sym typeface="Arial"/>
              </a:rPr>
              <a:t>ちなみに周波数を倍にすると 1 オクターブ上，半分にすると 1 オクターブ下になる</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sp>
        <p:nvSpPr>
          <p:cNvPr id="661" name="Google Shape;661;p51"/>
          <p:cNvSpPr txBox="1"/>
          <p:nvPr>
            <p:ph idx="1" type="body"/>
          </p:nvPr>
        </p:nvSpPr>
        <p:spPr>
          <a:xfrm>
            <a:off x="467544" y="582952"/>
            <a:ext cx="8229600" cy="312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560"/>
              </a:spcBef>
              <a:spcAft>
                <a:spcPts val="0"/>
              </a:spcAft>
              <a:buSzPts val="2400"/>
              <a:buNone/>
            </a:pPr>
            <a:r>
              <a:rPr lang="ja"/>
              <a:t>step6_3を改良して「ラ」の音「440[Hz]」基準とし、</a:t>
            </a:r>
            <a:endParaRPr/>
          </a:p>
          <a:p>
            <a:pPr indent="0" lvl="0" marL="0" rtl="0" algn="l">
              <a:lnSpc>
                <a:spcPct val="100000"/>
              </a:lnSpc>
              <a:spcBef>
                <a:spcPts val="560"/>
              </a:spcBef>
              <a:spcAft>
                <a:spcPts val="0"/>
              </a:spcAft>
              <a:buSzPts val="2400"/>
              <a:buNone/>
            </a:pPr>
            <a:r>
              <a:rPr lang="ja"/>
              <a:t>1オクターブ上の「ラ」までをキーボード操作で出力できるプログラムを作成しましょう</a:t>
            </a:r>
            <a:r>
              <a:rPr lang="ja" sz="2200"/>
              <a:t>（周波数をネットで調べる）</a:t>
            </a:r>
            <a:endParaRPr sz="2200"/>
          </a:p>
          <a:p>
            <a:pPr indent="0" lvl="0" marL="0" rtl="0" algn="l">
              <a:lnSpc>
                <a:spcPct val="100000"/>
              </a:lnSpc>
              <a:spcBef>
                <a:spcPts val="560"/>
              </a:spcBef>
              <a:spcAft>
                <a:spcPts val="0"/>
              </a:spcAft>
              <a:buSzPts val="2400"/>
              <a:buNone/>
            </a:pPr>
            <a:r>
              <a:rPr lang="ja" sz="2200"/>
              <a:t>　</a:t>
            </a:r>
            <a:r>
              <a:rPr lang="ja" sz="2200">
                <a:solidFill>
                  <a:srgbClr val="FF0000"/>
                </a:solidFill>
              </a:rPr>
              <a:t>課題の提出はコードだけでいい</a:t>
            </a:r>
            <a:endParaRPr sz="2200">
              <a:solidFill>
                <a:srgbClr val="FF0000"/>
              </a:solidFill>
            </a:endParaRPr>
          </a:p>
          <a:p>
            <a:pPr indent="0" lvl="0" marL="0" rtl="0" algn="l">
              <a:lnSpc>
                <a:spcPct val="100000"/>
              </a:lnSpc>
              <a:spcBef>
                <a:spcPts val="560"/>
              </a:spcBef>
              <a:spcAft>
                <a:spcPts val="0"/>
              </a:spcAft>
              <a:buSzPts val="2400"/>
              <a:buNone/>
            </a:pPr>
            <a:br>
              <a:rPr lang="ja" sz="2100"/>
            </a:br>
            <a:r>
              <a:rPr lang="ja" sz="2100"/>
              <a:t>キーボード：音階：周波数</a:t>
            </a:r>
            <a:endParaRPr sz="2100"/>
          </a:p>
          <a:p>
            <a:pPr indent="0" lvl="0" marL="0" rtl="0" algn="l">
              <a:lnSpc>
                <a:spcPct val="100000"/>
              </a:lnSpc>
              <a:spcBef>
                <a:spcPts val="560"/>
              </a:spcBef>
              <a:spcAft>
                <a:spcPts val="0"/>
              </a:spcAft>
              <a:buSzPts val="2400"/>
              <a:buNone/>
            </a:pPr>
            <a:r>
              <a:rPr lang="ja" sz="2100"/>
              <a:t>1：「ラ」：440[Hz]</a:t>
            </a:r>
            <a:endParaRPr sz="2100"/>
          </a:p>
          <a:p>
            <a:pPr indent="0" lvl="0" marL="0" rtl="0" algn="l">
              <a:lnSpc>
                <a:spcPct val="100000"/>
              </a:lnSpc>
              <a:spcBef>
                <a:spcPts val="560"/>
              </a:spcBef>
              <a:spcAft>
                <a:spcPts val="0"/>
              </a:spcAft>
              <a:buSzPts val="2400"/>
              <a:buNone/>
            </a:pPr>
            <a:r>
              <a:rPr lang="ja" sz="2100"/>
              <a:t>2：「シ」</a:t>
            </a:r>
            <a:endParaRPr sz="2100"/>
          </a:p>
          <a:p>
            <a:pPr indent="0" lvl="0" marL="0" rtl="0" algn="l">
              <a:lnSpc>
                <a:spcPct val="100000"/>
              </a:lnSpc>
              <a:spcBef>
                <a:spcPts val="560"/>
              </a:spcBef>
              <a:spcAft>
                <a:spcPts val="0"/>
              </a:spcAft>
              <a:buSzPts val="2400"/>
              <a:buNone/>
            </a:pPr>
            <a:r>
              <a:rPr lang="ja" sz="2100"/>
              <a:t>3：「ド」</a:t>
            </a:r>
            <a:endParaRPr sz="2100"/>
          </a:p>
          <a:p>
            <a:pPr indent="0" lvl="0" marL="0" rtl="0" algn="l">
              <a:lnSpc>
                <a:spcPct val="100000"/>
              </a:lnSpc>
              <a:spcBef>
                <a:spcPts val="560"/>
              </a:spcBef>
              <a:spcAft>
                <a:spcPts val="0"/>
              </a:spcAft>
              <a:buSzPts val="2400"/>
              <a:buNone/>
            </a:pPr>
            <a:r>
              <a:rPr lang="ja" sz="2100"/>
              <a:t>4：「レ」</a:t>
            </a:r>
            <a:endParaRPr sz="2100"/>
          </a:p>
          <a:p>
            <a:pPr indent="0" lvl="0" marL="0" rtl="0" algn="l">
              <a:lnSpc>
                <a:spcPct val="100000"/>
              </a:lnSpc>
              <a:spcBef>
                <a:spcPts val="560"/>
              </a:spcBef>
              <a:spcAft>
                <a:spcPts val="0"/>
              </a:spcAft>
              <a:buSzPts val="2400"/>
              <a:buNone/>
            </a:pPr>
            <a:r>
              <a:rPr lang="ja" sz="2100"/>
              <a:t>5：「ミ」</a:t>
            </a:r>
            <a:endParaRPr sz="2100"/>
          </a:p>
          <a:p>
            <a:pPr indent="0" lvl="0" marL="0" rtl="0" algn="l">
              <a:lnSpc>
                <a:spcPct val="100000"/>
              </a:lnSpc>
              <a:spcBef>
                <a:spcPts val="560"/>
              </a:spcBef>
              <a:spcAft>
                <a:spcPts val="0"/>
              </a:spcAft>
              <a:buSzPts val="2400"/>
              <a:buNone/>
            </a:pPr>
            <a:r>
              <a:rPr lang="ja" sz="2100"/>
              <a:t>6：「ファ」</a:t>
            </a:r>
            <a:endParaRPr sz="2100"/>
          </a:p>
          <a:p>
            <a:pPr indent="0" lvl="0" marL="0" rtl="0" algn="l">
              <a:lnSpc>
                <a:spcPct val="100000"/>
              </a:lnSpc>
              <a:spcBef>
                <a:spcPts val="560"/>
              </a:spcBef>
              <a:spcAft>
                <a:spcPts val="0"/>
              </a:spcAft>
              <a:buSzPts val="2400"/>
              <a:buNone/>
            </a:pPr>
            <a:r>
              <a:rPr lang="ja" sz="2100"/>
              <a:t>7：「ソ」</a:t>
            </a:r>
            <a:endParaRPr sz="2100"/>
          </a:p>
          <a:p>
            <a:pPr indent="0" lvl="0" marL="0" rtl="0" algn="l">
              <a:lnSpc>
                <a:spcPct val="100000"/>
              </a:lnSpc>
              <a:spcBef>
                <a:spcPts val="560"/>
              </a:spcBef>
              <a:spcAft>
                <a:spcPts val="0"/>
              </a:spcAft>
              <a:buSzPts val="2400"/>
              <a:buNone/>
            </a:pPr>
            <a:r>
              <a:rPr lang="ja" sz="2100"/>
              <a:t>8：「ラ」：880[Hz]</a:t>
            </a:r>
            <a:endParaRPr sz="2100"/>
          </a:p>
        </p:txBody>
      </p:sp>
      <p:sp>
        <p:nvSpPr>
          <p:cNvPr id="662" name="Google Shape;662;p51"/>
          <p:cNvSpPr txBox="1"/>
          <p:nvPr>
            <p:ph idx="12" type="sldNum"/>
          </p:nvPr>
        </p:nvSpPr>
        <p:spPr>
          <a:xfrm>
            <a:off x="8568700" y="4038407"/>
            <a:ext cx="575400" cy="315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ja"/>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p52"/>
          <p:cNvSpPr txBox="1"/>
          <p:nvPr>
            <p:ph idx="1" type="body"/>
          </p:nvPr>
        </p:nvSpPr>
        <p:spPr>
          <a:xfrm>
            <a:off x="467544" y="582952"/>
            <a:ext cx="8229600" cy="312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560"/>
              </a:spcBef>
              <a:spcAft>
                <a:spcPts val="0"/>
              </a:spcAft>
              <a:buSzPts val="2400"/>
              <a:buNone/>
            </a:pPr>
            <a:r>
              <a:rPr lang="ja"/>
              <a:t>周波数と音階の関係式を利用して</a:t>
            </a:r>
            <a:r>
              <a:rPr b="1" lang="ja">
                <a:solidFill>
                  <a:srgbClr val="0000FF"/>
                </a:solidFill>
              </a:rPr>
              <a:t>数式を作成し</a:t>
            </a:r>
            <a:endParaRPr b="1">
              <a:solidFill>
                <a:srgbClr val="0000FF"/>
              </a:solidFill>
            </a:endParaRPr>
          </a:p>
          <a:p>
            <a:pPr indent="0" lvl="0" marL="0" rtl="0" algn="l">
              <a:lnSpc>
                <a:spcPct val="100000"/>
              </a:lnSpc>
              <a:spcBef>
                <a:spcPts val="560"/>
              </a:spcBef>
              <a:spcAft>
                <a:spcPts val="0"/>
              </a:spcAft>
              <a:buSzPts val="2400"/>
              <a:buNone/>
            </a:pPr>
            <a:r>
              <a:rPr lang="ja"/>
              <a:t>下の表の音を出すプログラムを作成しましょう</a:t>
            </a:r>
            <a:endParaRPr/>
          </a:p>
          <a:p>
            <a:pPr indent="0" lvl="0" marL="0" rtl="0" algn="l">
              <a:lnSpc>
                <a:spcPct val="100000"/>
              </a:lnSpc>
              <a:spcBef>
                <a:spcPts val="560"/>
              </a:spcBef>
              <a:spcAft>
                <a:spcPts val="0"/>
              </a:spcAft>
              <a:buSzPts val="2400"/>
              <a:buNone/>
            </a:pPr>
            <a:r>
              <a:rPr lang="ja" sz="1400"/>
              <a:t>（pythonでは べき乗  ^ を pow() を用いる　　　例  2^ 10 = 1024     →　pow(2, 10) = 1024</a:t>
            </a:r>
            <a:endParaRPr sz="1400"/>
          </a:p>
        </p:txBody>
      </p:sp>
      <p:sp>
        <p:nvSpPr>
          <p:cNvPr id="669" name="Google Shape;669;p52"/>
          <p:cNvSpPr txBox="1"/>
          <p:nvPr>
            <p:ph idx="12" type="sldNum"/>
          </p:nvPr>
        </p:nvSpPr>
        <p:spPr>
          <a:xfrm>
            <a:off x="8568700" y="4038407"/>
            <a:ext cx="575400" cy="315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ja"/>
              <a:t>‹#›</a:t>
            </a:fld>
            <a:endParaRPr/>
          </a:p>
        </p:txBody>
      </p:sp>
      <p:graphicFrame>
        <p:nvGraphicFramePr>
          <p:cNvPr id="670" name="Google Shape;670;p52"/>
          <p:cNvGraphicFramePr/>
          <p:nvPr/>
        </p:nvGraphicFramePr>
        <p:xfrm>
          <a:off x="642825" y="1783631"/>
          <a:ext cx="3000000" cy="3000000"/>
        </p:xfrm>
        <a:graphic>
          <a:graphicData uri="http://schemas.openxmlformats.org/drawingml/2006/table">
            <a:tbl>
              <a:tblPr>
                <a:solidFill>
                  <a:srgbClr val="FFFFFF"/>
                </a:solidFill>
                <a:tableStyleId>{C141E563-A177-44E8-9A2D-8376247095EA}</a:tableStyleId>
              </a:tblPr>
              <a:tblGrid>
                <a:gridCol w="430325"/>
                <a:gridCol w="1734775"/>
                <a:gridCol w="847225"/>
              </a:tblGrid>
              <a:tr h="214325">
                <a:tc>
                  <a:txBody>
                    <a:bodyPr/>
                    <a:lstStyle/>
                    <a:p>
                      <a:pPr indent="0" lvl="0" marL="0" marR="0" rtl="0" algn="l">
                        <a:lnSpc>
                          <a:spcPct val="115000"/>
                        </a:lnSpc>
                        <a:spcBef>
                          <a:spcPts val="0"/>
                        </a:spcBef>
                        <a:spcAft>
                          <a:spcPts val="0"/>
                        </a:spcAft>
                        <a:buClr>
                          <a:srgbClr val="000000"/>
                        </a:buClr>
                        <a:buSzPts val="800"/>
                        <a:buFont typeface="Arial"/>
                        <a:buNone/>
                      </a:pPr>
                      <a:r>
                        <a:rPr b="1" lang="ja" sz="800" u="none" cap="none" strike="noStrike">
                          <a:highlight>
                            <a:srgbClr val="FFFFFF"/>
                          </a:highlight>
                          <a:latin typeface="Meiryo"/>
                          <a:ea typeface="Meiryo"/>
                          <a:cs typeface="Meiryo"/>
                          <a:sym typeface="Meiryo"/>
                        </a:rPr>
                        <a:t>ラ</a:t>
                      </a:r>
                      <a:endParaRPr b="1" sz="800" u="none" cap="none" strike="noStrike">
                        <a:highlight>
                          <a:srgbClr val="FFFFFF"/>
                        </a:highlight>
                        <a:latin typeface="Meiryo"/>
                        <a:ea typeface="Meiryo"/>
                        <a:cs typeface="Meiryo"/>
                        <a:sym typeface="Meiryo"/>
                      </a:endParaRPr>
                    </a:p>
                  </a:txBody>
                  <a:tcPr marT="68575" marB="6857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800"/>
                        <a:buFont typeface="Arial"/>
                        <a:buNone/>
                      </a:pPr>
                      <a:r>
                        <a:rPr b="1" lang="ja" sz="800" u="none" cap="none" strike="noStrike">
                          <a:highlight>
                            <a:srgbClr val="FFFFFF"/>
                          </a:highlight>
                          <a:latin typeface="Meiryo"/>
                          <a:ea typeface="Meiryo"/>
                          <a:cs typeface="Meiryo"/>
                          <a:sym typeface="Meiryo"/>
                        </a:rPr>
                        <a:t>440×2^(0/12)</a:t>
                      </a:r>
                      <a:endParaRPr b="1" sz="800" u="none" cap="none" strike="noStrike">
                        <a:highlight>
                          <a:srgbClr val="FFFFFF"/>
                        </a:highlight>
                        <a:latin typeface="Meiryo"/>
                        <a:ea typeface="Meiryo"/>
                        <a:cs typeface="Meiryo"/>
                        <a:sym typeface="Meiryo"/>
                      </a:endParaRPr>
                    </a:p>
                  </a:txBody>
                  <a:tcPr marT="68575" marB="6857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800"/>
                        <a:buFont typeface="Arial"/>
                        <a:buNone/>
                      </a:pPr>
                      <a:r>
                        <a:rPr b="1" lang="ja" sz="800" u="none" cap="none" strike="noStrike">
                          <a:highlight>
                            <a:srgbClr val="FFFFFF"/>
                          </a:highlight>
                          <a:latin typeface="Meiryo"/>
                          <a:ea typeface="Meiryo"/>
                          <a:cs typeface="Meiryo"/>
                          <a:sym typeface="Meiryo"/>
                        </a:rPr>
                        <a:t>440</a:t>
                      </a:r>
                      <a:endParaRPr b="1" sz="800" u="none" cap="none" strike="noStrike">
                        <a:highlight>
                          <a:srgbClr val="FFFFFF"/>
                        </a:highlight>
                        <a:latin typeface="Meiryo"/>
                        <a:ea typeface="Meiryo"/>
                        <a:cs typeface="Meiryo"/>
                        <a:sym typeface="Meiryo"/>
                      </a:endParaRPr>
                    </a:p>
                  </a:txBody>
                  <a:tcPr marT="68575" marB="6857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r>
              <a:tr h="214325">
                <a:tc>
                  <a:txBody>
                    <a:bodyPr/>
                    <a:lstStyle/>
                    <a:p>
                      <a:pPr indent="0" lvl="0" marL="0" marR="0" rtl="0" algn="l">
                        <a:lnSpc>
                          <a:spcPct val="115000"/>
                        </a:lnSpc>
                        <a:spcBef>
                          <a:spcPts val="0"/>
                        </a:spcBef>
                        <a:spcAft>
                          <a:spcPts val="0"/>
                        </a:spcAft>
                        <a:buClr>
                          <a:srgbClr val="000000"/>
                        </a:buClr>
                        <a:buSzPts val="800"/>
                        <a:buFont typeface="Arial"/>
                        <a:buNone/>
                      </a:pPr>
                      <a:r>
                        <a:rPr b="1" lang="ja" sz="800" u="none" cap="none" strike="noStrike">
                          <a:highlight>
                            <a:srgbClr val="FFFFFF"/>
                          </a:highlight>
                          <a:latin typeface="Meiryo"/>
                          <a:ea typeface="Meiryo"/>
                          <a:cs typeface="Meiryo"/>
                          <a:sym typeface="Meiryo"/>
                        </a:rPr>
                        <a:t>シ</a:t>
                      </a:r>
                      <a:endParaRPr b="1" sz="800" u="none" cap="none" strike="noStrike">
                        <a:highlight>
                          <a:srgbClr val="FFFFFF"/>
                        </a:highlight>
                        <a:latin typeface="Meiryo"/>
                        <a:ea typeface="Meiryo"/>
                        <a:cs typeface="Meiryo"/>
                        <a:sym typeface="Meiryo"/>
                      </a:endParaRPr>
                    </a:p>
                  </a:txBody>
                  <a:tcPr marT="68575" marB="6857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800"/>
                        <a:buFont typeface="Arial"/>
                        <a:buNone/>
                      </a:pPr>
                      <a:r>
                        <a:rPr b="1" lang="ja" sz="800" u="none" cap="none" strike="noStrike">
                          <a:highlight>
                            <a:srgbClr val="FFFFFF"/>
                          </a:highlight>
                          <a:latin typeface="Meiryo"/>
                          <a:ea typeface="Meiryo"/>
                          <a:cs typeface="Meiryo"/>
                          <a:sym typeface="Meiryo"/>
                        </a:rPr>
                        <a:t>440×2^(2/12)</a:t>
                      </a:r>
                      <a:endParaRPr b="1" sz="800" u="none" cap="none" strike="noStrike">
                        <a:highlight>
                          <a:srgbClr val="FFFFFF"/>
                        </a:highlight>
                        <a:latin typeface="Meiryo"/>
                        <a:ea typeface="Meiryo"/>
                        <a:cs typeface="Meiryo"/>
                        <a:sym typeface="Meiryo"/>
                      </a:endParaRPr>
                    </a:p>
                  </a:txBody>
                  <a:tcPr marT="68575" marB="6857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800"/>
                        <a:buFont typeface="Arial"/>
                        <a:buNone/>
                      </a:pPr>
                      <a:r>
                        <a:rPr b="1" lang="ja" sz="800" u="none" cap="none" strike="noStrike">
                          <a:highlight>
                            <a:srgbClr val="FFFFFF"/>
                          </a:highlight>
                          <a:latin typeface="Meiryo"/>
                          <a:ea typeface="Meiryo"/>
                          <a:cs typeface="Meiryo"/>
                          <a:sym typeface="Meiryo"/>
                        </a:rPr>
                        <a:t>493.8</a:t>
                      </a:r>
                      <a:endParaRPr b="1" sz="800" u="none" cap="none" strike="noStrike">
                        <a:highlight>
                          <a:srgbClr val="FFFFFF"/>
                        </a:highlight>
                        <a:latin typeface="Meiryo"/>
                        <a:ea typeface="Meiryo"/>
                        <a:cs typeface="Meiryo"/>
                        <a:sym typeface="Meiryo"/>
                      </a:endParaRPr>
                    </a:p>
                  </a:txBody>
                  <a:tcPr marT="68575" marB="6857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r>
              <a:tr h="214325">
                <a:tc>
                  <a:txBody>
                    <a:bodyPr/>
                    <a:lstStyle/>
                    <a:p>
                      <a:pPr indent="0" lvl="0" marL="0" marR="0" rtl="0" algn="l">
                        <a:lnSpc>
                          <a:spcPct val="115000"/>
                        </a:lnSpc>
                        <a:spcBef>
                          <a:spcPts val="0"/>
                        </a:spcBef>
                        <a:spcAft>
                          <a:spcPts val="0"/>
                        </a:spcAft>
                        <a:buClr>
                          <a:srgbClr val="000000"/>
                        </a:buClr>
                        <a:buSzPts val="800"/>
                        <a:buFont typeface="Arial"/>
                        <a:buNone/>
                      </a:pPr>
                      <a:r>
                        <a:rPr b="1" lang="ja" sz="800" u="none" cap="none" strike="noStrike">
                          <a:highlight>
                            <a:srgbClr val="FFFFFF"/>
                          </a:highlight>
                          <a:latin typeface="Meiryo"/>
                          <a:ea typeface="Meiryo"/>
                          <a:cs typeface="Meiryo"/>
                          <a:sym typeface="Meiryo"/>
                        </a:rPr>
                        <a:t>ド</a:t>
                      </a:r>
                      <a:endParaRPr b="1" sz="800" u="none" cap="none" strike="noStrike">
                        <a:highlight>
                          <a:srgbClr val="FFFFFF"/>
                        </a:highlight>
                        <a:latin typeface="Meiryo"/>
                        <a:ea typeface="Meiryo"/>
                        <a:cs typeface="Meiryo"/>
                        <a:sym typeface="Meiryo"/>
                      </a:endParaRPr>
                    </a:p>
                  </a:txBody>
                  <a:tcPr marT="68575" marB="6857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800"/>
                        <a:buFont typeface="Arial"/>
                        <a:buNone/>
                      </a:pPr>
                      <a:r>
                        <a:rPr b="1" lang="ja" sz="800" u="none" cap="none" strike="noStrike">
                          <a:highlight>
                            <a:srgbClr val="FFFFFF"/>
                          </a:highlight>
                          <a:latin typeface="Meiryo"/>
                          <a:ea typeface="Meiryo"/>
                          <a:cs typeface="Meiryo"/>
                          <a:sym typeface="Meiryo"/>
                        </a:rPr>
                        <a:t>440×2^(3/12)</a:t>
                      </a:r>
                      <a:endParaRPr b="1" sz="800" u="none" cap="none" strike="noStrike">
                        <a:highlight>
                          <a:srgbClr val="FFFFFF"/>
                        </a:highlight>
                        <a:latin typeface="Meiryo"/>
                        <a:ea typeface="Meiryo"/>
                        <a:cs typeface="Meiryo"/>
                        <a:sym typeface="Meiryo"/>
                      </a:endParaRPr>
                    </a:p>
                  </a:txBody>
                  <a:tcPr marT="68575" marB="6857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800"/>
                        <a:buFont typeface="Arial"/>
                        <a:buNone/>
                      </a:pPr>
                      <a:r>
                        <a:rPr b="1" lang="ja" sz="800" u="none" cap="none" strike="noStrike">
                          <a:highlight>
                            <a:srgbClr val="FFFFFF"/>
                          </a:highlight>
                          <a:latin typeface="Meiryo"/>
                          <a:ea typeface="Meiryo"/>
                          <a:cs typeface="Meiryo"/>
                          <a:sym typeface="Meiryo"/>
                        </a:rPr>
                        <a:t>523.3</a:t>
                      </a:r>
                      <a:endParaRPr b="1" sz="800" u="none" cap="none" strike="noStrike">
                        <a:highlight>
                          <a:srgbClr val="FFFFFF"/>
                        </a:highlight>
                        <a:latin typeface="Meiryo"/>
                        <a:ea typeface="Meiryo"/>
                        <a:cs typeface="Meiryo"/>
                        <a:sym typeface="Meiryo"/>
                      </a:endParaRPr>
                    </a:p>
                  </a:txBody>
                  <a:tcPr marT="68575" marB="6857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r>
              <a:tr h="214325">
                <a:tc>
                  <a:txBody>
                    <a:bodyPr/>
                    <a:lstStyle/>
                    <a:p>
                      <a:pPr indent="0" lvl="0" marL="0" marR="0" rtl="0" algn="l">
                        <a:lnSpc>
                          <a:spcPct val="115000"/>
                        </a:lnSpc>
                        <a:spcBef>
                          <a:spcPts val="0"/>
                        </a:spcBef>
                        <a:spcAft>
                          <a:spcPts val="0"/>
                        </a:spcAft>
                        <a:buClr>
                          <a:srgbClr val="000000"/>
                        </a:buClr>
                        <a:buSzPts val="800"/>
                        <a:buFont typeface="Arial"/>
                        <a:buNone/>
                      </a:pPr>
                      <a:r>
                        <a:rPr b="1" lang="ja" sz="800" u="none" cap="none" strike="noStrike">
                          <a:highlight>
                            <a:srgbClr val="FFFFFF"/>
                          </a:highlight>
                          <a:latin typeface="Meiryo"/>
                          <a:ea typeface="Meiryo"/>
                          <a:cs typeface="Meiryo"/>
                          <a:sym typeface="Meiryo"/>
                        </a:rPr>
                        <a:t>レ</a:t>
                      </a:r>
                      <a:endParaRPr b="1" sz="800" u="none" cap="none" strike="noStrike">
                        <a:highlight>
                          <a:srgbClr val="FFFFFF"/>
                        </a:highlight>
                        <a:latin typeface="Meiryo"/>
                        <a:ea typeface="Meiryo"/>
                        <a:cs typeface="Meiryo"/>
                        <a:sym typeface="Meiryo"/>
                      </a:endParaRPr>
                    </a:p>
                  </a:txBody>
                  <a:tcPr marT="68575" marB="6857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800"/>
                        <a:buFont typeface="Arial"/>
                        <a:buNone/>
                      </a:pPr>
                      <a:r>
                        <a:rPr b="1" lang="ja" sz="800" u="none" cap="none" strike="noStrike">
                          <a:highlight>
                            <a:srgbClr val="FFFFFF"/>
                          </a:highlight>
                          <a:latin typeface="Meiryo"/>
                          <a:ea typeface="Meiryo"/>
                          <a:cs typeface="Meiryo"/>
                          <a:sym typeface="Meiryo"/>
                        </a:rPr>
                        <a:t>440×2^(5/12)</a:t>
                      </a:r>
                      <a:endParaRPr b="1" sz="800" u="none" cap="none" strike="noStrike">
                        <a:highlight>
                          <a:srgbClr val="FFFFFF"/>
                        </a:highlight>
                        <a:latin typeface="Meiryo"/>
                        <a:ea typeface="Meiryo"/>
                        <a:cs typeface="Meiryo"/>
                        <a:sym typeface="Meiryo"/>
                      </a:endParaRPr>
                    </a:p>
                  </a:txBody>
                  <a:tcPr marT="68575" marB="6857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800"/>
                        <a:buFont typeface="Arial"/>
                        <a:buNone/>
                      </a:pPr>
                      <a:r>
                        <a:rPr b="1" lang="ja" sz="800" u="none" cap="none" strike="noStrike">
                          <a:highlight>
                            <a:srgbClr val="FFFFFF"/>
                          </a:highlight>
                          <a:latin typeface="Meiryo"/>
                          <a:ea typeface="Meiryo"/>
                          <a:cs typeface="Meiryo"/>
                          <a:sym typeface="Meiryo"/>
                        </a:rPr>
                        <a:t>587.3</a:t>
                      </a:r>
                      <a:endParaRPr b="1" sz="800" u="none" cap="none" strike="noStrike">
                        <a:highlight>
                          <a:srgbClr val="FFFFFF"/>
                        </a:highlight>
                        <a:latin typeface="Meiryo"/>
                        <a:ea typeface="Meiryo"/>
                        <a:cs typeface="Meiryo"/>
                        <a:sym typeface="Meiryo"/>
                      </a:endParaRPr>
                    </a:p>
                  </a:txBody>
                  <a:tcPr marT="68575" marB="6857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r>
              <a:tr h="214325">
                <a:tc>
                  <a:txBody>
                    <a:bodyPr/>
                    <a:lstStyle/>
                    <a:p>
                      <a:pPr indent="0" lvl="0" marL="0" marR="0" rtl="0" algn="l">
                        <a:lnSpc>
                          <a:spcPct val="115000"/>
                        </a:lnSpc>
                        <a:spcBef>
                          <a:spcPts val="0"/>
                        </a:spcBef>
                        <a:spcAft>
                          <a:spcPts val="0"/>
                        </a:spcAft>
                        <a:buClr>
                          <a:srgbClr val="000000"/>
                        </a:buClr>
                        <a:buSzPts val="800"/>
                        <a:buFont typeface="Arial"/>
                        <a:buNone/>
                      </a:pPr>
                      <a:r>
                        <a:rPr b="1" lang="ja" sz="800" u="none" cap="none" strike="noStrike">
                          <a:highlight>
                            <a:srgbClr val="FFFFFF"/>
                          </a:highlight>
                          <a:latin typeface="Meiryo"/>
                          <a:ea typeface="Meiryo"/>
                          <a:cs typeface="Meiryo"/>
                          <a:sym typeface="Meiryo"/>
                        </a:rPr>
                        <a:t>ミ</a:t>
                      </a:r>
                      <a:endParaRPr b="1" sz="800" u="none" cap="none" strike="noStrike">
                        <a:highlight>
                          <a:srgbClr val="FFFFFF"/>
                        </a:highlight>
                        <a:latin typeface="Meiryo"/>
                        <a:ea typeface="Meiryo"/>
                        <a:cs typeface="Meiryo"/>
                        <a:sym typeface="Meiryo"/>
                      </a:endParaRPr>
                    </a:p>
                  </a:txBody>
                  <a:tcPr marT="68575" marB="6857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800"/>
                        <a:buFont typeface="Arial"/>
                        <a:buNone/>
                      </a:pPr>
                      <a:r>
                        <a:rPr b="1" lang="ja" sz="800" u="none" cap="none" strike="noStrike">
                          <a:highlight>
                            <a:srgbClr val="FFFFFF"/>
                          </a:highlight>
                          <a:latin typeface="Meiryo"/>
                          <a:ea typeface="Meiryo"/>
                          <a:cs typeface="Meiryo"/>
                          <a:sym typeface="Meiryo"/>
                        </a:rPr>
                        <a:t>440×2^(7/12)</a:t>
                      </a:r>
                      <a:endParaRPr b="1" sz="800" u="none" cap="none" strike="noStrike">
                        <a:highlight>
                          <a:srgbClr val="FFFFFF"/>
                        </a:highlight>
                        <a:latin typeface="Meiryo"/>
                        <a:ea typeface="Meiryo"/>
                        <a:cs typeface="Meiryo"/>
                        <a:sym typeface="Meiryo"/>
                      </a:endParaRPr>
                    </a:p>
                  </a:txBody>
                  <a:tcPr marT="68575" marB="6857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800"/>
                        <a:buFont typeface="Arial"/>
                        <a:buNone/>
                      </a:pPr>
                      <a:r>
                        <a:rPr b="1" lang="ja" sz="800" u="none" cap="none" strike="noStrike">
                          <a:highlight>
                            <a:srgbClr val="FFFFFF"/>
                          </a:highlight>
                          <a:latin typeface="Meiryo"/>
                          <a:ea typeface="Meiryo"/>
                          <a:cs typeface="Meiryo"/>
                          <a:sym typeface="Meiryo"/>
                        </a:rPr>
                        <a:t>659.3</a:t>
                      </a:r>
                      <a:endParaRPr b="1" sz="800" u="none" cap="none" strike="noStrike">
                        <a:highlight>
                          <a:srgbClr val="FFFFFF"/>
                        </a:highlight>
                        <a:latin typeface="Meiryo"/>
                        <a:ea typeface="Meiryo"/>
                        <a:cs typeface="Meiryo"/>
                        <a:sym typeface="Meiryo"/>
                      </a:endParaRPr>
                    </a:p>
                  </a:txBody>
                  <a:tcPr marT="68575" marB="6857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r>
              <a:tr h="385775">
                <a:tc>
                  <a:txBody>
                    <a:bodyPr/>
                    <a:lstStyle/>
                    <a:p>
                      <a:pPr indent="0" lvl="0" marL="0" marR="0" rtl="0" algn="l">
                        <a:lnSpc>
                          <a:spcPct val="115000"/>
                        </a:lnSpc>
                        <a:spcBef>
                          <a:spcPts val="0"/>
                        </a:spcBef>
                        <a:spcAft>
                          <a:spcPts val="0"/>
                        </a:spcAft>
                        <a:buClr>
                          <a:srgbClr val="000000"/>
                        </a:buClr>
                        <a:buSzPts val="800"/>
                        <a:buFont typeface="Arial"/>
                        <a:buNone/>
                      </a:pPr>
                      <a:r>
                        <a:rPr b="1" lang="ja" sz="800" u="none" cap="none" strike="noStrike">
                          <a:highlight>
                            <a:srgbClr val="FFFFFF"/>
                          </a:highlight>
                          <a:latin typeface="Meiryo"/>
                          <a:ea typeface="Meiryo"/>
                          <a:cs typeface="Meiryo"/>
                          <a:sym typeface="Meiryo"/>
                        </a:rPr>
                        <a:t>ファ</a:t>
                      </a:r>
                      <a:endParaRPr b="1" sz="800" u="none" cap="none" strike="noStrike">
                        <a:highlight>
                          <a:srgbClr val="FFFFFF"/>
                        </a:highlight>
                        <a:latin typeface="Meiryo"/>
                        <a:ea typeface="Meiryo"/>
                        <a:cs typeface="Meiryo"/>
                        <a:sym typeface="Meiryo"/>
                      </a:endParaRPr>
                    </a:p>
                  </a:txBody>
                  <a:tcPr marT="68575" marB="6857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800"/>
                        <a:buFont typeface="Arial"/>
                        <a:buNone/>
                      </a:pPr>
                      <a:r>
                        <a:rPr b="1" lang="ja" sz="800" u="none" cap="none" strike="noStrike">
                          <a:highlight>
                            <a:srgbClr val="FFFFFF"/>
                          </a:highlight>
                          <a:latin typeface="Meiryo"/>
                          <a:ea typeface="Meiryo"/>
                          <a:cs typeface="Meiryo"/>
                          <a:sym typeface="Meiryo"/>
                        </a:rPr>
                        <a:t>440×2^(8/12)</a:t>
                      </a:r>
                      <a:endParaRPr b="1" sz="800" u="none" cap="none" strike="noStrike">
                        <a:highlight>
                          <a:srgbClr val="FFFFFF"/>
                        </a:highlight>
                        <a:latin typeface="Meiryo"/>
                        <a:ea typeface="Meiryo"/>
                        <a:cs typeface="Meiryo"/>
                        <a:sym typeface="Meiryo"/>
                      </a:endParaRPr>
                    </a:p>
                  </a:txBody>
                  <a:tcPr marT="68575" marB="6857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800"/>
                        <a:buFont typeface="Arial"/>
                        <a:buNone/>
                      </a:pPr>
                      <a:r>
                        <a:rPr b="1" lang="ja" sz="800" u="none" cap="none" strike="noStrike">
                          <a:highlight>
                            <a:srgbClr val="FFFFFF"/>
                          </a:highlight>
                          <a:latin typeface="Meiryo"/>
                          <a:ea typeface="Meiryo"/>
                          <a:cs typeface="Meiryo"/>
                          <a:sym typeface="Meiryo"/>
                        </a:rPr>
                        <a:t>698.5</a:t>
                      </a:r>
                      <a:endParaRPr b="1" sz="800" u="none" cap="none" strike="noStrike">
                        <a:highlight>
                          <a:srgbClr val="FFFFFF"/>
                        </a:highlight>
                        <a:latin typeface="Meiryo"/>
                        <a:ea typeface="Meiryo"/>
                        <a:cs typeface="Meiryo"/>
                        <a:sym typeface="Meiryo"/>
                      </a:endParaRPr>
                    </a:p>
                  </a:txBody>
                  <a:tcPr marT="68575" marB="6857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r>
              <a:tr h="214325">
                <a:tc>
                  <a:txBody>
                    <a:bodyPr/>
                    <a:lstStyle/>
                    <a:p>
                      <a:pPr indent="0" lvl="0" marL="0" marR="0" rtl="0" algn="l">
                        <a:lnSpc>
                          <a:spcPct val="115000"/>
                        </a:lnSpc>
                        <a:spcBef>
                          <a:spcPts val="0"/>
                        </a:spcBef>
                        <a:spcAft>
                          <a:spcPts val="0"/>
                        </a:spcAft>
                        <a:buClr>
                          <a:srgbClr val="000000"/>
                        </a:buClr>
                        <a:buSzPts val="800"/>
                        <a:buFont typeface="Arial"/>
                        <a:buNone/>
                      </a:pPr>
                      <a:r>
                        <a:rPr b="1" lang="ja" sz="800" u="none" cap="none" strike="noStrike">
                          <a:highlight>
                            <a:srgbClr val="FFFFFF"/>
                          </a:highlight>
                          <a:latin typeface="Meiryo"/>
                          <a:ea typeface="Meiryo"/>
                          <a:cs typeface="Meiryo"/>
                          <a:sym typeface="Meiryo"/>
                        </a:rPr>
                        <a:t>ソ</a:t>
                      </a:r>
                      <a:endParaRPr b="1" sz="800" u="none" cap="none" strike="noStrike">
                        <a:highlight>
                          <a:srgbClr val="FFFFFF"/>
                        </a:highlight>
                        <a:latin typeface="Meiryo"/>
                        <a:ea typeface="Meiryo"/>
                        <a:cs typeface="Meiryo"/>
                        <a:sym typeface="Meiryo"/>
                      </a:endParaRPr>
                    </a:p>
                  </a:txBody>
                  <a:tcPr marT="68575" marB="6857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800"/>
                        <a:buFont typeface="Arial"/>
                        <a:buNone/>
                      </a:pPr>
                      <a:r>
                        <a:rPr b="1" lang="ja" sz="800" u="none" cap="none" strike="noStrike">
                          <a:highlight>
                            <a:srgbClr val="FFFFFF"/>
                          </a:highlight>
                          <a:latin typeface="Meiryo"/>
                          <a:ea typeface="Meiryo"/>
                          <a:cs typeface="Meiryo"/>
                          <a:sym typeface="Meiryo"/>
                        </a:rPr>
                        <a:t>440×2^(10/12)</a:t>
                      </a:r>
                      <a:endParaRPr b="1" sz="800" u="none" cap="none" strike="noStrike">
                        <a:highlight>
                          <a:srgbClr val="FFFFFF"/>
                        </a:highlight>
                        <a:latin typeface="Meiryo"/>
                        <a:ea typeface="Meiryo"/>
                        <a:cs typeface="Meiryo"/>
                        <a:sym typeface="Meiryo"/>
                      </a:endParaRPr>
                    </a:p>
                  </a:txBody>
                  <a:tcPr marT="68575" marB="6857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800"/>
                        <a:buFont typeface="Arial"/>
                        <a:buNone/>
                      </a:pPr>
                      <a:r>
                        <a:rPr b="1" lang="ja" sz="800" u="none" cap="none" strike="noStrike">
                          <a:highlight>
                            <a:srgbClr val="FFFFFF"/>
                          </a:highlight>
                          <a:latin typeface="Meiryo"/>
                          <a:ea typeface="Meiryo"/>
                          <a:cs typeface="Meiryo"/>
                          <a:sym typeface="Meiryo"/>
                        </a:rPr>
                        <a:t>784.0</a:t>
                      </a:r>
                      <a:endParaRPr b="1" sz="800" u="none" cap="none" strike="noStrike">
                        <a:highlight>
                          <a:srgbClr val="FFFFFF"/>
                        </a:highlight>
                        <a:latin typeface="Meiryo"/>
                        <a:ea typeface="Meiryo"/>
                        <a:cs typeface="Meiryo"/>
                        <a:sym typeface="Meiryo"/>
                      </a:endParaRPr>
                    </a:p>
                  </a:txBody>
                  <a:tcPr marT="68575" marB="6857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r>
              <a:tr h="214325">
                <a:tc>
                  <a:txBody>
                    <a:bodyPr/>
                    <a:lstStyle/>
                    <a:p>
                      <a:pPr indent="0" lvl="0" marL="0" marR="0" rtl="0" algn="l">
                        <a:lnSpc>
                          <a:spcPct val="115000"/>
                        </a:lnSpc>
                        <a:spcBef>
                          <a:spcPts val="0"/>
                        </a:spcBef>
                        <a:spcAft>
                          <a:spcPts val="0"/>
                        </a:spcAft>
                        <a:buClr>
                          <a:srgbClr val="000000"/>
                        </a:buClr>
                        <a:buSzPts val="800"/>
                        <a:buFont typeface="Arial"/>
                        <a:buNone/>
                      </a:pPr>
                      <a:r>
                        <a:rPr b="1" lang="ja" sz="800" u="none" cap="none" strike="noStrike">
                          <a:highlight>
                            <a:srgbClr val="FFFFFF"/>
                          </a:highlight>
                          <a:latin typeface="Meiryo"/>
                          <a:ea typeface="Meiryo"/>
                          <a:cs typeface="Meiryo"/>
                          <a:sym typeface="Meiryo"/>
                        </a:rPr>
                        <a:t>ラ</a:t>
                      </a:r>
                      <a:endParaRPr b="1" sz="800" u="none" cap="none" strike="noStrike">
                        <a:highlight>
                          <a:srgbClr val="FFFFFF"/>
                        </a:highlight>
                        <a:latin typeface="Meiryo"/>
                        <a:ea typeface="Meiryo"/>
                        <a:cs typeface="Meiryo"/>
                        <a:sym typeface="Meiryo"/>
                      </a:endParaRPr>
                    </a:p>
                  </a:txBody>
                  <a:tcPr marT="68575" marB="6857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800"/>
                        <a:buFont typeface="Arial"/>
                        <a:buNone/>
                      </a:pPr>
                      <a:r>
                        <a:rPr b="1" lang="ja" sz="800" u="none" cap="none" strike="noStrike">
                          <a:highlight>
                            <a:srgbClr val="FFFFFF"/>
                          </a:highlight>
                          <a:latin typeface="Meiryo"/>
                          <a:ea typeface="Meiryo"/>
                          <a:cs typeface="Meiryo"/>
                          <a:sym typeface="Meiryo"/>
                        </a:rPr>
                        <a:t>440×2^(12/12)</a:t>
                      </a:r>
                      <a:endParaRPr b="1" sz="800" u="none" cap="none" strike="noStrike">
                        <a:highlight>
                          <a:srgbClr val="FFFFFF"/>
                        </a:highlight>
                        <a:latin typeface="Meiryo"/>
                        <a:ea typeface="Meiryo"/>
                        <a:cs typeface="Meiryo"/>
                        <a:sym typeface="Meiryo"/>
                      </a:endParaRPr>
                    </a:p>
                  </a:txBody>
                  <a:tcPr marT="68575" marB="6857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800"/>
                        <a:buFont typeface="Arial"/>
                        <a:buNone/>
                      </a:pPr>
                      <a:r>
                        <a:rPr b="1" lang="ja" sz="800" u="none" cap="none" strike="noStrike">
                          <a:highlight>
                            <a:srgbClr val="FFFFFF"/>
                          </a:highlight>
                          <a:latin typeface="Meiryo"/>
                          <a:ea typeface="Meiryo"/>
                          <a:cs typeface="Meiryo"/>
                          <a:sym typeface="Meiryo"/>
                        </a:rPr>
                        <a:t>880</a:t>
                      </a:r>
                      <a:endParaRPr b="1" sz="800" u="none" cap="none" strike="noStrike">
                        <a:highlight>
                          <a:srgbClr val="FFFFFF"/>
                        </a:highlight>
                        <a:latin typeface="Meiryo"/>
                        <a:ea typeface="Meiryo"/>
                        <a:cs typeface="Meiryo"/>
                        <a:sym typeface="Meiryo"/>
                      </a:endParaRPr>
                    </a:p>
                  </a:txBody>
                  <a:tcPr marT="68575" marB="6857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r>
              <a:tr h="214325">
                <a:tc>
                  <a:txBody>
                    <a:bodyPr/>
                    <a:lstStyle/>
                    <a:p>
                      <a:pPr indent="0" lvl="0" marL="0" marR="0" rtl="0" algn="l">
                        <a:lnSpc>
                          <a:spcPct val="115000"/>
                        </a:lnSpc>
                        <a:spcBef>
                          <a:spcPts val="0"/>
                        </a:spcBef>
                        <a:spcAft>
                          <a:spcPts val="0"/>
                        </a:spcAft>
                        <a:buClr>
                          <a:srgbClr val="000000"/>
                        </a:buClr>
                        <a:buSzPts val="800"/>
                        <a:buFont typeface="Arial"/>
                        <a:buNone/>
                      </a:pPr>
                      <a:r>
                        <a:rPr b="1" lang="ja" sz="800" u="none" cap="none" strike="noStrike">
                          <a:highlight>
                            <a:srgbClr val="FFFFFF"/>
                          </a:highlight>
                          <a:latin typeface="Meiryo"/>
                          <a:ea typeface="Meiryo"/>
                          <a:cs typeface="Meiryo"/>
                          <a:sym typeface="Meiryo"/>
                        </a:rPr>
                        <a:t>シ</a:t>
                      </a:r>
                      <a:endParaRPr b="1" sz="800" u="none" cap="none" strike="noStrike">
                        <a:highlight>
                          <a:srgbClr val="FFFFFF"/>
                        </a:highlight>
                        <a:latin typeface="Meiryo"/>
                        <a:ea typeface="Meiryo"/>
                        <a:cs typeface="Meiryo"/>
                        <a:sym typeface="Meiryo"/>
                      </a:endParaRPr>
                    </a:p>
                  </a:txBody>
                  <a:tcPr marT="68575" marB="6857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800"/>
                        <a:buFont typeface="Arial"/>
                        <a:buNone/>
                      </a:pPr>
                      <a:r>
                        <a:rPr b="1" lang="ja" sz="800" u="none" cap="none" strike="noStrike">
                          <a:highlight>
                            <a:srgbClr val="FFFFFF"/>
                          </a:highlight>
                          <a:latin typeface="Meiryo"/>
                          <a:ea typeface="Meiryo"/>
                          <a:cs typeface="Meiryo"/>
                          <a:sym typeface="Meiryo"/>
                        </a:rPr>
                        <a:t>440×2^(14/12)</a:t>
                      </a:r>
                      <a:endParaRPr b="1" sz="800" u="none" cap="none" strike="noStrike">
                        <a:highlight>
                          <a:srgbClr val="FFFFFF"/>
                        </a:highlight>
                        <a:latin typeface="Meiryo"/>
                        <a:ea typeface="Meiryo"/>
                        <a:cs typeface="Meiryo"/>
                        <a:sym typeface="Meiryo"/>
                      </a:endParaRPr>
                    </a:p>
                  </a:txBody>
                  <a:tcPr marT="68575" marB="6857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800"/>
                        <a:buFont typeface="Arial"/>
                        <a:buNone/>
                      </a:pPr>
                      <a:r>
                        <a:rPr b="1" lang="ja" sz="800" u="none" cap="none" strike="noStrike">
                          <a:highlight>
                            <a:srgbClr val="FFFFFF"/>
                          </a:highlight>
                          <a:latin typeface="Meiryo"/>
                          <a:ea typeface="Meiryo"/>
                          <a:cs typeface="Meiryo"/>
                          <a:sym typeface="Meiryo"/>
                        </a:rPr>
                        <a:t>987.8</a:t>
                      </a:r>
                      <a:endParaRPr b="1" sz="800" u="none" cap="none" strike="noStrike">
                        <a:highlight>
                          <a:srgbClr val="FFFFFF"/>
                        </a:highlight>
                        <a:latin typeface="Meiryo"/>
                        <a:ea typeface="Meiryo"/>
                        <a:cs typeface="Meiryo"/>
                        <a:sym typeface="Meiryo"/>
                      </a:endParaRPr>
                    </a:p>
                  </a:txBody>
                  <a:tcPr marT="68575" marB="6857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r>
              <a:tr h="214325">
                <a:tc>
                  <a:txBody>
                    <a:bodyPr/>
                    <a:lstStyle/>
                    <a:p>
                      <a:pPr indent="0" lvl="0" marL="0" marR="0" rtl="0" algn="l">
                        <a:lnSpc>
                          <a:spcPct val="115000"/>
                        </a:lnSpc>
                        <a:spcBef>
                          <a:spcPts val="0"/>
                        </a:spcBef>
                        <a:spcAft>
                          <a:spcPts val="0"/>
                        </a:spcAft>
                        <a:buClr>
                          <a:srgbClr val="000000"/>
                        </a:buClr>
                        <a:buSzPts val="800"/>
                        <a:buFont typeface="Arial"/>
                        <a:buNone/>
                      </a:pPr>
                      <a:r>
                        <a:rPr b="1" lang="ja" sz="800" u="none" cap="none" strike="noStrike">
                          <a:highlight>
                            <a:srgbClr val="FFFFFF"/>
                          </a:highlight>
                          <a:latin typeface="Meiryo"/>
                          <a:ea typeface="Meiryo"/>
                          <a:cs typeface="Meiryo"/>
                          <a:sym typeface="Meiryo"/>
                        </a:rPr>
                        <a:t>ド</a:t>
                      </a:r>
                      <a:endParaRPr b="1" sz="800" u="none" cap="none" strike="noStrike">
                        <a:highlight>
                          <a:srgbClr val="FFFFFF"/>
                        </a:highlight>
                        <a:latin typeface="Meiryo"/>
                        <a:ea typeface="Meiryo"/>
                        <a:cs typeface="Meiryo"/>
                        <a:sym typeface="Meiryo"/>
                      </a:endParaRPr>
                    </a:p>
                  </a:txBody>
                  <a:tcPr marT="68575" marB="6857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800"/>
                        <a:buFont typeface="Arial"/>
                        <a:buNone/>
                      </a:pPr>
                      <a:r>
                        <a:rPr b="1" lang="ja" sz="800" u="none" cap="none" strike="noStrike">
                          <a:highlight>
                            <a:srgbClr val="FFFFFF"/>
                          </a:highlight>
                          <a:latin typeface="Meiryo"/>
                          <a:ea typeface="Meiryo"/>
                          <a:cs typeface="Meiryo"/>
                          <a:sym typeface="Meiryo"/>
                        </a:rPr>
                        <a:t>440×2^(15/12)</a:t>
                      </a:r>
                      <a:endParaRPr b="1" sz="800" u="none" cap="none" strike="noStrike">
                        <a:highlight>
                          <a:srgbClr val="FFFFFF"/>
                        </a:highlight>
                        <a:latin typeface="Meiryo"/>
                        <a:ea typeface="Meiryo"/>
                        <a:cs typeface="Meiryo"/>
                        <a:sym typeface="Meiryo"/>
                      </a:endParaRPr>
                    </a:p>
                  </a:txBody>
                  <a:tcPr marT="68575" marB="6857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800"/>
                        <a:buFont typeface="Arial"/>
                        <a:buNone/>
                      </a:pPr>
                      <a:r>
                        <a:rPr b="1" lang="ja" sz="800" u="none" cap="none" strike="noStrike">
                          <a:highlight>
                            <a:srgbClr val="FFFFFF"/>
                          </a:highlight>
                          <a:latin typeface="Meiryo"/>
                          <a:ea typeface="Meiryo"/>
                          <a:cs typeface="Meiryo"/>
                          <a:sym typeface="Meiryo"/>
                        </a:rPr>
                        <a:t>1046.5</a:t>
                      </a:r>
                      <a:endParaRPr b="1" sz="800" u="none" cap="none" strike="noStrike">
                        <a:highlight>
                          <a:srgbClr val="FFFFFF"/>
                        </a:highlight>
                        <a:latin typeface="Meiryo"/>
                        <a:ea typeface="Meiryo"/>
                        <a:cs typeface="Meiryo"/>
                        <a:sym typeface="Meiryo"/>
                      </a:endParaRPr>
                    </a:p>
                  </a:txBody>
                  <a:tcPr marT="68575" marB="6857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r>
            </a:tbl>
          </a:graphicData>
        </a:graphic>
      </p:graphicFrame>
      <p:sp>
        <p:nvSpPr>
          <p:cNvPr id="671" name="Google Shape;671;p52"/>
          <p:cNvSpPr txBox="1"/>
          <p:nvPr/>
        </p:nvSpPr>
        <p:spPr>
          <a:xfrm>
            <a:off x="4287750" y="2206931"/>
            <a:ext cx="4409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a:t>周波数の値が返ってくる関数を作ってみましょう</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p53"/>
          <p:cNvSpPr txBox="1"/>
          <p:nvPr>
            <p:ph type="title"/>
          </p:nvPr>
        </p:nvSpPr>
        <p:spPr>
          <a:xfrm>
            <a:off x="457200" y="1349521"/>
            <a:ext cx="8229600" cy="1237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ja"/>
              <a:t>サウンドビジュアライザ</a:t>
            </a:r>
            <a:endParaRPr/>
          </a:p>
        </p:txBody>
      </p:sp>
      <p:sp>
        <p:nvSpPr>
          <p:cNvPr id="678" name="Google Shape;678;p53"/>
          <p:cNvSpPr txBox="1"/>
          <p:nvPr>
            <p:ph idx="12" type="sldNum"/>
          </p:nvPr>
        </p:nvSpPr>
        <p:spPr>
          <a:xfrm>
            <a:off x="8556784" y="4036474"/>
            <a:ext cx="548700" cy="328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ja"/>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3" name="Shape 683"/>
        <p:cNvGrpSpPr/>
        <p:nvPr/>
      </p:nvGrpSpPr>
      <p:grpSpPr>
        <a:xfrm>
          <a:off x="0" y="0"/>
          <a:ext cx="0" cy="0"/>
          <a:chOff x="0" y="0"/>
          <a:chExt cx="0" cy="0"/>
        </a:xfrm>
      </p:grpSpPr>
      <p:sp>
        <p:nvSpPr>
          <p:cNvPr id="684" name="Google Shape;684;p54"/>
          <p:cNvSpPr txBox="1"/>
          <p:nvPr>
            <p:ph idx="12" type="sldNum"/>
          </p:nvPr>
        </p:nvSpPr>
        <p:spPr>
          <a:xfrm>
            <a:off x="8556784" y="4036474"/>
            <a:ext cx="548700" cy="328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ja"/>
              <a:t>‹#›</a:t>
            </a:fld>
            <a:endParaRPr/>
          </a:p>
        </p:txBody>
      </p:sp>
      <p:pic>
        <p:nvPicPr>
          <p:cNvPr id="685" name="Google Shape;685;p54"/>
          <p:cNvPicPr preferRelativeResize="0"/>
          <p:nvPr/>
        </p:nvPicPr>
        <p:blipFill rotWithShape="1">
          <a:blip r:embed="rId3">
            <a:alphaModFix/>
          </a:blip>
          <a:srcRect b="0" l="0" r="0" t="0"/>
          <a:stretch/>
        </p:blipFill>
        <p:spPr>
          <a:xfrm>
            <a:off x="310050" y="839322"/>
            <a:ext cx="6400986" cy="2826582"/>
          </a:xfrm>
          <a:prstGeom prst="rect">
            <a:avLst/>
          </a:prstGeom>
          <a:noFill/>
          <a:ln>
            <a:noFill/>
          </a:ln>
        </p:spPr>
      </p:pic>
      <p:sp>
        <p:nvSpPr>
          <p:cNvPr id="686" name="Google Shape;686;p54"/>
          <p:cNvSpPr txBox="1"/>
          <p:nvPr/>
        </p:nvSpPr>
        <p:spPr>
          <a:xfrm>
            <a:off x="2157900" y="3665906"/>
            <a:ext cx="4828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https://www.cybernet.co.jp/ansys/glossary/fftkaiseki.html</a:t>
            </a:r>
            <a:endParaRPr b="0" i="0" sz="1400" u="none" cap="none" strike="noStrike">
              <a:solidFill>
                <a:srgbClr val="000000"/>
              </a:solidFill>
              <a:latin typeface="Arial"/>
              <a:ea typeface="Arial"/>
              <a:cs typeface="Arial"/>
              <a:sym typeface="Arial"/>
            </a:endParaRPr>
          </a:p>
        </p:txBody>
      </p:sp>
      <p:sp>
        <p:nvSpPr>
          <p:cNvPr id="687" name="Google Shape;687;p54"/>
          <p:cNvSpPr txBox="1"/>
          <p:nvPr/>
        </p:nvSpPr>
        <p:spPr>
          <a:xfrm>
            <a:off x="413925" y="133444"/>
            <a:ext cx="82965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ja" sz="2200" u="none" cap="none" strike="noStrike">
                <a:solidFill>
                  <a:srgbClr val="000000"/>
                </a:solidFill>
                <a:latin typeface="Arial"/>
                <a:ea typeface="Arial"/>
                <a:cs typeface="Arial"/>
                <a:sym typeface="Arial"/>
              </a:rPr>
              <a:t>音を周波数成分に分けて可視化する</a:t>
            </a:r>
            <a:endParaRPr b="0" i="0" sz="2200" u="none" cap="none" strike="noStrike">
              <a:solidFill>
                <a:srgbClr val="000000"/>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p55"/>
          <p:cNvSpPr txBox="1"/>
          <p:nvPr>
            <p:ph type="title"/>
          </p:nvPr>
        </p:nvSpPr>
        <p:spPr>
          <a:xfrm>
            <a:off x="467544" y="72895"/>
            <a:ext cx="8229600" cy="315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3000"/>
              <a:buNone/>
            </a:pPr>
            <a:r>
              <a:rPr lang="ja"/>
              <a:t>周波数分布を表示する（フーリエ解析）</a:t>
            </a:r>
            <a:endParaRPr/>
          </a:p>
        </p:txBody>
      </p:sp>
      <p:sp>
        <p:nvSpPr>
          <p:cNvPr id="694" name="Google Shape;694;p55"/>
          <p:cNvSpPr txBox="1"/>
          <p:nvPr>
            <p:ph idx="1" type="body"/>
          </p:nvPr>
        </p:nvSpPr>
        <p:spPr>
          <a:xfrm>
            <a:off x="467544" y="582952"/>
            <a:ext cx="8229600" cy="312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2400"/>
              <a:buNone/>
            </a:pPr>
            <a:r>
              <a:rPr lang="ja" sz="2300"/>
              <a:t>信号を周波数ごとに分解する方法としてフーリエ解析がある</a:t>
            </a:r>
            <a:endParaRPr sz="2300"/>
          </a:p>
          <a:p>
            <a:pPr indent="0" lvl="0" marL="0" rtl="0" algn="l">
              <a:lnSpc>
                <a:spcPct val="100000"/>
              </a:lnSpc>
              <a:spcBef>
                <a:spcPts val="0"/>
              </a:spcBef>
              <a:spcAft>
                <a:spcPts val="0"/>
              </a:spcAft>
              <a:buSzPts val="2400"/>
              <a:buNone/>
            </a:pPr>
            <a:r>
              <a:t/>
            </a:r>
            <a:endParaRPr sz="2900"/>
          </a:p>
          <a:p>
            <a:pPr indent="0" lvl="0" marL="0" rtl="0" algn="l">
              <a:lnSpc>
                <a:spcPct val="100000"/>
              </a:lnSpc>
              <a:spcBef>
                <a:spcPts val="0"/>
              </a:spcBef>
              <a:spcAft>
                <a:spcPts val="0"/>
              </a:spcAft>
              <a:buSzPts val="2400"/>
              <a:buNone/>
            </a:pPr>
            <a:r>
              <a:rPr lang="ja" sz="2900"/>
              <a:t>Minimライブラリの</a:t>
            </a:r>
            <a:r>
              <a:rPr b="1" lang="ja" sz="2900"/>
              <a:t>FFT（高速フーリエ変換）</a:t>
            </a:r>
            <a:r>
              <a:rPr lang="ja" sz="2900"/>
              <a:t>を用いて音を視覚化「スペクトログラム」表示</a:t>
            </a:r>
            <a:endParaRPr sz="2900"/>
          </a:p>
          <a:p>
            <a:pPr indent="-336550" lvl="0" marL="457200" rtl="0" algn="l">
              <a:lnSpc>
                <a:spcPct val="100000"/>
              </a:lnSpc>
              <a:spcBef>
                <a:spcPts val="0"/>
              </a:spcBef>
              <a:spcAft>
                <a:spcPts val="0"/>
              </a:spcAft>
              <a:buSzPts val="1700"/>
              <a:buChar char="-"/>
            </a:pPr>
            <a:r>
              <a:rPr lang="ja" sz="1700"/>
              <a:t>スペクトログラムは声紋鑑定や動物の鳴き声分析などに用いられている</a:t>
            </a:r>
            <a:endParaRPr sz="1700"/>
          </a:p>
          <a:p>
            <a:pPr indent="-336550" lvl="0" marL="457200" rtl="0" algn="l">
              <a:lnSpc>
                <a:spcPct val="100000"/>
              </a:lnSpc>
              <a:spcBef>
                <a:spcPts val="0"/>
              </a:spcBef>
              <a:spcAft>
                <a:spcPts val="0"/>
              </a:spcAft>
              <a:buSzPts val="1700"/>
              <a:buChar char="-"/>
            </a:pPr>
            <a:r>
              <a:rPr lang="ja" sz="1700"/>
              <a:t>スペクトルは、横軸が周波数で縦軸が音量</a:t>
            </a:r>
            <a:endParaRPr sz="1700"/>
          </a:p>
          <a:p>
            <a:pPr indent="-336550" lvl="0" marL="457200" rtl="0" algn="l">
              <a:lnSpc>
                <a:spcPct val="100000"/>
              </a:lnSpc>
              <a:spcBef>
                <a:spcPts val="0"/>
              </a:spcBef>
              <a:spcAft>
                <a:spcPts val="0"/>
              </a:spcAft>
              <a:buSzPts val="1700"/>
              <a:buChar char="-"/>
            </a:pPr>
            <a:r>
              <a:rPr lang="ja" sz="1700"/>
              <a:t>時間領域と周波数領域を相互に変換するのがフーリエ変換、逆フーリエ変換</a:t>
            </a:r>
            <a:endParaRPr sz="1700"/>
          </a:p>
          <a:p>
            <a:pPr indent="0" lvl="0" marL="0" rtl="0" algn="l">
              <a:lnSpc>
                <a:spcPct val="100000"/>
              </a:lnSpc>
              <a:spcBef>
                <a:spcPts val="0"/>
              </a:spcBef>
              <a:spcAft>
                <a:spcPts val="0"/>
              </a:spcAft>
              <a:buSzPts val="2400"/>
              <a:buNone/>
            </a:pPr>
            <a:r>
              <a:t/>
            </a:r>
            <a:endParaRPr sz="2900"/>
          </a:p>
        </p:txBody>
      </p:sp>
      <p:sp>
        <p:nvSpPr>
          <p:cNvPr id="695" name="Google Shape;695;p55"/>
          <p:cNvSpPr txBox="1"/>
          <p:nvPr>
            <p:ph idx="12" type="sldNum"/>
          </p:nvPr>
        </p:nvSpPr>
        <p:spPr>
          <a:xfrm>
            <a:off x="8568700" y="4038407"/>
            <a:ext cx="575400" cy="315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ja"/>
              <a:t>‹#›</a:t>
            </a:fld>
            <a:endParaRPr/>
          </a:p>
        </p:txBody>
      </p:sp>
      <p:pic>
        <p:nvPicPr>
          <p:cNvPr id="696" name="Google Shape;696;p55"/>
          <p:cNvPicPr preferRelativeResize="0"/>
          <p:nvPr/>
        </p:nvPicPr>
        <p:blipFill rotWithShape="1">
          <a:blip r:embed="rId3">
            <a:alphaModFix/>
          </a:blip>
          <a:srcRect b="0" l="0" r="0" t="0"/>
          <a:stretch/>
        </p:blipFill>
        <p:spPr>
          <a:xfrm>
            <a:off x="1881125" y="2785994"/>
            <a:ext cx="5098624" cy="2257448"/>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p56"/>
          <p:cNvSpPr txBox="1"/>
          <p:nvPr>
            <p:ph idx="12" type="sldNum"/>
          </p:nvPr>
        </p:nvSpPr>
        <p:spPr>
          <a:xfrm>
            <a:off x="8568700" y="4038407"/>
            <a:ext cx="575400" cy="315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ja"/>
              <a:t>‹#›</a:t>
            </a:fld>
            <a:endParaRPr/>
          </a:p>
        </p:txBody>
      </p:sp>
      <p:cxnSp>
        <p:nvCxnSpPr>
          <p:cNvPr id="703" name="Google Shape;703;p56"/>
          <p:cNvCxnSpPr/>
          <p:nvPr/>
        </p:nvCxnSpPr>
        <p:spPr>
          <a:xfrm rot="10800000">
            <a:off x="1438625" y="1410075"/>
            <a:ext cx="0" cy="2623800"/>
          </a:xfrm>
          <a:prstGeom prst="straightConnector1">
            <a:avLst/>
          </a:prstGeom>
          <a:noFill/>
          <a:ln cap="flat" cmpd="sng" w="9525">
            <a:solidFill>
              <a:schemeClr val="dk2"/>
            </a:solidFill>
            <a:prstDash val="solid"/>
            <a:round/>
            <a:headEnd len="sm" w="sm" type="none"/>
            <a:tailEnd len="med" w="med" type="triangle"/>
          </a:ln>
        </p:spPr>
      </p:cxnSp>
      <p:cxnSp>
        <p:nvCxnSpPr>
          <p:cNvPr id="704" name="Google Shape;704;p56"/>
          <p:cNvCxnSpPr/>
          <p:nvPr/>
        </p:nvCxnSpPr>
        <p:spPr>
          <a:xfrm>
            <a:off x="1438625" y="4033875"/>
            <a:ext cx="5839200" cy="0"/>
          </a:xfrm>
          <a:prstGeom prst="straightConnector1">
            <a:avLst/>
          </a:prstGeom>
          <a:noFill/>
          <a:ln cap="flat" cmpd="sng" w="9525">
            <a:solidFill>
              <a:schemeClr val="dk2"/>
            </a:solidFill>
            <a:prstDash val="solid"/>
            <a:round/>
            <a:headEnd len="sm" w="sm" type="none"/>
            <a:tailEnd len="med" w="med" type="triangle"/>
          </a:ln>
        </p:spPr>
      </p:cxnSp>
      <p:sp>
        <p:nvSpPr>
          <p:cNvPr id="705" name="Google Shape;705;p56"/>
          <p:cNvSpPr txBox="1"/>
          <p:nvPr/>
        </p:nvSpPr>
        <p:spPr>
          <a:xfrm>
            <a:off x="3204225" y="4095188"/>
            <a:ext cx="2607600" cy="37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周波数幅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fft.specSize()で取得できる</a:t>
            </a:r>
            <a:endParaRPr b="0" i="0" sz="1400" u="none" cap="none" strike="noStrike">
              <a:solidFill>
                <a:srgbClr val="000000"/>
              </a:solidFill>
              <a:latin typeface="Arial"/>
              <a:ea typeface="Arial"/>
              <a:cs typeface="Arial"/>
              <a:sym typeface="Arial"/>
            </a:endParaRPr>
          </a:p>
        </p:txBody>
      </p:sp>
      <p:sp>
        <p:nvSpPr>
          <p:cNvPr id="706" name="Google Shape;706;p56"/>
          <p:cNvSpPr txBox="1"/>
          <p:nvPr/>
        </p:nvSpPr>
        <p:spPr>
          <a:xfrm>
            <a:off x="4072025" y="1713488"/>
            <a:ext cx="4101900" cy="37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周波数成分ごとに</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音量を取りだし棒グラフとして描画</a:t>
            </a:r>
            <a:endParaRPr b="0" i="0" sz="1400" u="none" cap="none" strike="noStrike">
              <a:solidFill>
                <a:srgbClr val="000000"/>
              </a:solidFill>
              <a:latin typeface="Arial"/>
              <a:ea typeface="Arial"/>
              <a:cs typeface="Arial"/>
              <a:sym typeface="Arial"/>
            </a:endParaRPr>
          </a:p>
        </p:txBody>
      </p:sp>
      <p:sp>
        <p:nvSpPr>
          <p:cNvPr id="707" name="Google Shape;707;p56"/>
          <p:cNvSpPr/>
          <p:nvPr/>
        </p:nvSpPr>
        <p:spPr>
          <a:xfrm>
            <a:off x="1438625" y="3175613"/>
            <a:ext cx="188100" cy="858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8" name="Google Shape;708;p56"/>
          <p:cNvSpPr/>
          <p:nvPr/>
        </p:nvSpPr>
        <p:spPr>
          <a:xfrm>
            <a:off x="1626725" y="2709694"/>
            <a:ext cx="188100" cy="13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9" name="Google Shape;709;p56"/>
          <p:cNvSpPr/>
          <p:nvPr/>
        </p:nvSpPr>
        <p:spPr>
          <a:xfrm>
            <a:off x="1814825" y="2875219"/>
            <a:ext cx="188100" cy="1158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0" name="Google Shape;710;p56"/>
          <p:cNvSpPr/>
          <p:nvPr/>
        </p:nvSpPr>
        <p:spPr>
          <a:xfrm>
            <a:off x="2002925" y="3034613"/>
            <a:ext cx="188100" cy="999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1" name="Google Shape;711;p56"/>
          <p:cNvSpPr/>
          <p:nvPr/>
        </p:nvSpPr>
        <p:spPr>
          <a:xfrm>
            <a:off x="2191025" y="3285956"/>
            <a:ext cx="188100" cy="748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2" name="Google Shape;712;p56"/>
          <p:cNvSpPr/>
          <p:nvPr/>
        </p:nvSpPr>
        <p:spPr>
          <a:xfrm>
            <a:off x="2379125" y="3414694"/>
            <a:ext cx="188100" cy="619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3" name="Google Shape;713;p56"/>
          <p:cNvSpPr/>
          <p:nvPr/>
        </p:nvSpPr>
        <p:spPr>
          <a:xfrm>
            <a:off x="2567225" y="3807056"/>
            <a:ext cx="188100" cy="227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4" name="Google Shape;714;p56"/>
          <p:cNvSpPr/>
          <p:nvPr/>
        </p:nvSpPr>
        <p:spPr>
          <a:xfrm>
            <a:off x="2755325" y="3384038"/>
            <a:ext cx="188100" cy="650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5" name="Google Shape;715;p56"/>
          <p:cNvSpPr/>
          <p:nvPr/>
        </p:nvSpPr>
        <p:spPr>
          <a:xfrm>
            <a:off x="2943425" y="3525038"/>
            <a:ext cx="188100" cy="509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6" name="Google Shape;716;p56"/>
          <p:cNvSpPr/>
          <p:nvPr/>
        </p:nvSpPr>
        <p:spPr>
          <a:xfrm>
            <a:off x="3131525" y="2709525"/>
            <a:ext cx="188100" cy="13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7" name="Google Shape;717;p56"/>
          <p:cNvSpPr/>
          <p:nvPr/>
        </p:nvSpPr>
        <p:spPr>
          <a:xfrm>
            <a:off x="3319625" y="2571750"/>
            <a:ext cx="188100" cy="1462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8" name="Google Shape;718;p56"/>
          <p:cNvSpPr/>
          <p:nvPr/>
        </p:nvSpPr>
        <p:spPr>
          <a:xfrm>
            <a:off x="3507725" y="3236906"/>
            <a:ext cx="188100" cy="797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9" name="Google Shape;719;p56"/>
          <p:cNvSpPr/>
          <p:nvPr/>
        </p:nvSpPr>
        <p:spPr>
          <a:xfrm>
            <a:off x="3695825" y="3414450"/>
            <a:ext cx="188100" cy="619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0" name="Google Shape;720;p56"/>
          <p:cNvSpPr/>
          <p:nvPr/>
        </p:nvSpPr>
        <p:spPr>
          <a:xfrm>
            <a:off x="3883925" y="3629269"/>
            <a:ext cx="188100" cy="404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1" name="Google Shape;721;p56"/>
          <p:cNvSpPr/>
          <p:nvPr/>
        </p:nvSpPr>
        <p:spPr>
          <a:xfrm>
            <a:off x="4072025" y="3776400"/>
            <a:ext cx="188100" cy="257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2" name="Google Shape;722;p56"/>
          <p:cNvSpPr txBox="1"/>
          <p:nvPr/>
        </p:nvSpPr>
        <p:spPr>
          <a:xfrm>
            <a:off x="239425" y="2312100"/>
            <a:ext cx="2607600" cy="37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音量</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fft.getBand()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で取得できる</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p57"/>
          <p:cNvSpPr txBox="1"/>
          <p:nvPr>
            <p:ph idx="1" type="body"/>
          </p:nvPr>
        </p:nvSpPr>
        <p:spPr>
          <a:xfrm>
            <a:off x="152825" y="1443581"/>
            <a:ext cx="4543800" cy="3416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ja"/>
              <a:t>add_library('minim')</a:t>
            </a:r>
            <a:endParaRPr b="1"/>
          </a:p>
          <a:p>
            <a:pPr indent="0" lvl="0" marL="0" rtl="0" algn="l">
              <a:lnSpc>
                <a:spcPct val="100000"/>
              </a:lnSpc>
              <a:spcBef>
                <a:spcPts val="0"/>
              </a:spcBef>
              <a:spcAft>
                <a:spcPts val="0"/>
              </a:spcAft>
              <a:buClr>
                <a:schemeClr val="dk1"/>
              </a:buClr>
              <a:buSzPts val="1100"/>
              <a:buFont typeface="Arial"/>
              <a:buNone/>
            </a:pPr>
            <a:r>
              <a:rPr lang="ja"/>
              <a:t>amp = 100</a:t>
            </a:r>
            <a:endParaRPr/>
          </a:p>
          <a:p>
            <a:pPr indent="0" lvl="0" marL="0" rtl="0" algn="l">
              <a:lnSpc>
                <a:spcPct val="100000"/>
              </a:lnSpc>
              <a:spcBef>
                <a:spcPts val="0"/>
              </a:spcBef>
              <a:spcAft>
                <a:spcPts val="0"/>
              </a:spcAft>
              <a:buClr>
                <a:schemeClr val="dk1"/>
              </a:buClr>
              <a:buSzPts val="1100"/>
              <a:buFont typeface="Arial"/>
              <a:buNone/>
            </a:pPr>
            <a:r>
              <a:rPr b="1" lang="ja"/>
              <a:t>def setup() :</a:t>
            </a:r>
            <a:endParaRPr b="1"/>
          </a:p>
          <a:p>
            <a:pPr indent="0" lvl="0" marL="0" rtl="0" algn="l">
              <a:lnSpc>
                <a:spcPct val="100000"/>
              </a:lnSpc>
              <a:spcBef>
                <a:spcPts val="0"/>
              </a:spcBef>
              <a:spcAft>
                <a:spcPts val="0"/>
              </a:spcAft>
              <a:buClr>
                <a:schemeClr val="dk1"/>
              </a:buClr>
              <a:buSzPts val="1100"/>
              <a:buFont typeface="Arial"/>
              <a:buNone/>
            </a:pPr>
            <a:r>
              <a:rPr lang="ja"/>
              <a:t>    size(1024,600)</a:t>
            </a:r>
            <a:endParaRPr/>
          </a:p>
          <a:p>
            <a:pPr indent="0" lvl="0" marL="0" rtl="0" algn="l">
              <a:lnSpc>
                <a:spcPct val="100000"/>
              </a:lnSpc>
              <a:spcBef>
                <a:spcPts val="0"/>
              </a:spcBef>
              <a:spcAft>
                <a:spcPts val="0"/>
              </a:spcAft>
              <a:buClr>
                <a:schemeClr val="dk1"/>
              </a:buClr>
              <a:buSzPts val="1100"/>
              <a:buFont typeface="Arial"/>
              <a:buNone/>
            </a:pPr>
            <a:r>
              <a:rPr lang="ja"/>
              <a:t>    background(0)</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ja"/>
              <a:t>    global player</a:t>
            </a:r>
            <a:endParaRPr/>
          </a:p>
          <a:p>
            <a:pPr indent="0" lvl="0" marL="0" rtl="0" algn="l">
              <a:lnSpc>
                <a:spcPct val="100000"/>
              </a:lnSpc>
              <a:spcBef>
                <a:spcPts val="0"/>
              </a:spcBef>
              <a:spcAft>
                <a:spcPts val="0"/>
              </a:spcAft>
              <a:buClr>
                <a:schemeClr val="dk1"/>
              </a:buClr>
              <a:buSzPts val="1100"/>
              <a:buFont typeface="Arial"/>
              <a:buNone/>
            </a:pPr>
            <a:r>
              <a:rPr lang="ja"/>
              <a:t>    minim = Minim(this)</a:t>
            </a:r>
            <a:endParaRPr/>
          </a:p>
          <a:p>
            <a:pPr indent="0" lvl="0" marL="0" rtl="0" algn="l">
              <a:lnSpc>
                <a:spcPct val="100000"/>
              </a:lnSpc>
              <a:spcBef>
                <a:spcPts val="0"/>
              </a:spcBef>
              <a:spcAft>
                <a:spcPts val="0"/>
              </a:spcAft>
              <a:buClr>
                <a:schemeClr val="dk1"/>
              </a:buClr>
              <a:buSzPts val="1100"/>
              <a:buFont typeface="Arial"/>
              <a:buNone/>
            </a:pPr>
            <a:r>
              <a:rPr lang="ja"/>
              <a:t>    player = minim.loadFile("../sounddata/</a:t>
            </a:r>
            <a:r>
              <a:rPr lang="ja" sz="1200">
                <a:highlight>
                  <a:srgbClr val="00FFFF"/>
                </a:highlight>
              </a:rPr>
              <a:t>音楽ファイル</a:t>
            </a:r>
            <a:r>
              <a:rPr lang="ja"/>
              <a:t>")</a:t>
            </a:r>
            <a:endParaRPr/>
          </a:p>
          <a:p>
            <a:pPr indent="0" lvl="0" marL="0" rtl="0" algn="l">
              <a:lnSpc>
                <a:spcPct val="100000"/>
              </a:lnSpc>
              <a:spcBef>
                <a:spcPts val="0"/>
              </a:spcBef>
              <a:spcAft>
                <a:spcPts val="0"/>
              </a:spcAft>
              <a:buClr>
                <a:schemeClr val="dk1"/>
              </a:buClr>
              <a:buSzPts val="1100"/>
              <a:buFont typeface="Arial"/>
              <a:buNone/>
            </a:pPr>
            <a:r>
              <a:rPr lang="ja"/>
              <a:t>    player.loop()</a:t>
            </a:r>
            <a:endParaRPr/>
          </a:p>
          <a:p>
            <a:pPr indent="0" lvl="0" marL="0" rtl="0" algn="l">
              <a:lnSpc>
                <a:spcPct val="100000"/>
              </a:lnSpc>
              <a:spcBef>
                <a:spcPts val="0"/>
              </a:spcBef>
              <a:spcAft>
                <a:spcPts val="0"/>
              </a:spcAft>
              <a:buClr>
                <a:schemeClr val="dk1"/>
              </a:buClr>
              <a:buSzPts val="1100"/>
              <a:buFont typeface="Arial"/>
              <a:buNone/>
            </a:pPr>
            <a:r>
              <a:rPr lang="ja"/>
              <a:t>    </a:t>
            </a:r>
            <a:endParaRPr/>
          </a:p>
          <a:p>
            <a:pPr indent="0" lvl="0" marL="0" rtl="0" algn="l">
              <a:lnSpc>
                <a:spcPct val="100000"/>
              </a:lnSpc>
              <a:spcBef>
                <a:spcPts val="0"/>
              </a:spcBef>
              <a:spcAft>
                <a:spcPts val="0"/>
              </a:spcAft>
              <a:buClr>
                <a:schemeClr val="dk1"/>
              </a:buClr>
              <a:buSzPts val="1100"/>
              <a:buFont typeface="Arial"/>
              <a:buNone/>
            </a:pPr>
            <a:r>
              <a:rPr lang="ja"/>
              <a:t>    # 周波数解析</a:t>
            </a:r>
            <a:endParaRPr/>
          </a:p>
          <a:p>
            <a:pPr indent="0" lvl="0" marL="0" rtl="0" algn="l">
              <a:lnSpc>
                <a:spcPct val="100000"/>
              </a:lnSpc>
              <a:spcBef>
                <a:spcPts val="0"/>
              </a:spcBef>
              <a:spcAft>
                <a:spcPts val="0"/>
              </a:spcAft>
              <a:buClr>
                <a:schemeClr val="dk1"/>
              </a:buClr>
              <a:buSzPts val="1100"/>
              <a:buFont typeface="Arial"/>
              <a:buNone/>
            </a:pPr>
            <a:r>
              <a:rPr lang="ja"/>
              <a:t>    global fft</a:t>
            </a:r>
            <a:endParaRPr/>
          </a:p>
          <a:p>
            <a:pPr indent="0" lvl="0" marL="0" rtl="0" algn="l">
              <a:lnSpc>
                <a:spcPct val="100000"/>
              </a:lnSpc>
              <a:spcBef>
                <a:spcPts val="0"/>
              </a:spcBef>
              <a:spcAft>
                <a:spcPts val="0"/>
              </a:spcAft>
              <a:buClr>
                <a:schemeClr val="dk1"/>
              </a:buClr>
              <a:buSzPts val="1100"/>
              <a:buFont typeface="Arial"/>
              <a:buNone/>
            </a:pPr>
            <a:r>
              <a:rPr lang="ja"/>
              <a:t>    fft = FFT(player.bufferSize(), player.sampleRate()/2)</a:t>
            </a:r>
            <a:endParaRPr/>
          </a:p>
          <a:p>
            <a:pPr indent="0" lvl="0" marL="0" rtl="0" algn="l">
              <a:lnSpc>
                <a:spcPct val="100000"/>
              </a:lnSpc>
              <a:spcBef>
                <a:spcPts val="0"/>
              </a:spcBef>
              <a:spcAft>
                <a:spcPts val="0"/>
              </a:spcAft>
              <a:buClr>
                <a:schemeClr val="dk1"/>
              </a:buClr>
              <a:buSzPts val="1100"/>
              <a:buFont typeface="Arial"/>
              <a:buNone/>
            </a:pPr>
            <a:r>
              <a:rPr lang="ja"/>
              <a:t>    fft.window(FFT.HAMMING) #窓関数</a:t>
            </a:r>
            <a:endParaRPr/>
          </a:p>
          <a:p>
            <a:pPr indent="0" lvl="0" marL="0" rtl="0" algn="l">
              <a:lnSpc>
                <a:spcPct val="100000"/>
              </a:lnSpc>
              <a:spcBef>
                <a:spcPts val="0"/>
              </a:spcBef>
              <a:spcAft>
                <a:spcPts val="0"/>
              </a:spcAft>
              <a:buClr>
                <a:schemeClr val="dk1"/>
              </a:buClr>
              <a:buSzPts val="1100"/>
              <a:buFont typeface="Arial"/>
              <a:buNone/>
            </a:pPr>
            <a:r>
              <a:rPr lang="ja"/>
              <a:t>    </a:t>
            </a:r>
            <a:endParaRPr/>
          </a:p>
          <a:p>
            <a:pPr indent="0" lvl="0" marL="0" rtl="0" algn="l">
              <a:lnSpc>
                <a:spcPct val="100000"/>
              </a:lnSpc>
              <a:spcBef>
                <a:spcPts val="0"/>
              </a:spcBef>
              <a:spcAft>
                <a:spcPts val="0"/>
              </a:spcAft>
              <a:buClr>
                <a:schemeClr val="dk1"/>
              </a:buClr>
              <a:buSzPts val="1100"/>
              <a:buFont typeface="Arial"/>
              <a:buNone/>
            </a:pPr>
            <a:r>
              <a:rPr b="1" lang="ja"/>
              <a:t>def draw() :</a:t>
            </a:r>
            <a:endParaRPr b="1"/>
          </a:p>
          <a:p>
            <a:pPr indent="0" lvl="0" marL="0" rtl="0" algn="l">
              <a:lnSpc>
                <a:spcPct val="100000"/>
              </a:lnSpc>
              <a:spcBef>
                <a:spcPts val="0"/>
              </a:spcBef>
              <a:spcAft>
                <a:spcPts val="0"/>
              </a:spcAft>
              <a:buClr>
                <a:schemeClr val="dk1"/>
              </a:buClr>
              <a:buSzPts val="1100"/>
              <a:buFont typeface="Arial"/>
              <a:buNone/>
            </a:pPr>
            <a:r>
              <a:rPr lang="ja"/>
              <a:t>    global player, fft</a:t>
            </a:r>
            <a:endParaRPr/>
          </a:p>
          <a:p>
            <a:pPr indent="0" lvl="0" marL="0" rtl="0" algn="l">
              <a:lnSpc>
                <a:spcPct val="100000"/>
              </a:lnSpc>
              <a:spcBef>
                <a:spcPts val="0"/>
              </a:spcBef>
              <a:spcAft>
                <a:spcPts val="0"/>
              </a:spcAft>
              <a:buClr>
                <a:schemeClr val="dk1"/>
              </a:buClr>
              <a:buSzPts val="1100"/>
              <a:buFont typeface="Arial"/>
              <a:buNone/>
            </a:pPr>
            <a:r>
              <a:rPr lang="ja"/>
              <a:t>    background(0)</a:t>
            </a:r>
            <a:endParaRPr/>
          </a:p>
          <a:p>
            <a:pPr indent="0" lvl="0" marL="0" rtl="0" algn="l">
              <a:lnSpc>
                <a:spcPct val="100000"/>
              </a:lnSpc>
              <a:spcBef>
                <a:spcPts val="0"/>
              </a:spcBef>
              <a:spcAft>
                <a:spcPts val="0"/>
              </a:spcAft>
              <a:buClr>
                <a:schemeClr val="dk1"/>
              </a:buClr>
              <a:buSzPts val="1100"/>
              <a:buFont typeface="Arial"/>
              <a:buNone/>
            </a:pPr>
            <a:r>
              <a:rPr lang="ja"/>
              <a:t>    stroke(255)</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ja"/>
              <a:t>　</a:t>
            </a:r>
            <a:r>
              <a:rPr lang="ja">
                <a:solidFill>
                  <a:schemeClr val="dk1"/>
                </a:solidFill>
              </a:rPr>
              <a:t># FFTを実行　左右の音をmixしてFFTを実行</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ja">
                <a:solidFill>
                  <a:schemeClr val="dk1"/>
                </a:solidFill>
              </a:rPr>
              <a:t>    fft.forward(player.mix)</a:t>
            </a:r>
            <a:endParaRPr/>
          </a:p>
          <a:p>
            <a:pPr indent="0" lvl="0" marL="0" rtl="0" algn="l">
              <a:lnSpc>
                <a:spcPct val="100000"/>
              </a:lnSpc>
              <a:spcBef>
                <a:spcPts val="0"/>
              </a:spcBef>
              <a:spcAft>
                <a:spcPts val="0"/>
              </a:spcAft>
              <a:buSzPts val="1400"/>
              <a:buNone/>
            </a:pPr>
            <a:r>
              <a:t/>
            </a:r>
            <a:endParaRPr/>
          </a:p>
        </p:txBody>
      </p:sp>
      <p:sp>
        <p:nvSpPr>
          <p:cNvPr id="729" name="Google Shape;729;p57"/>
          <p:cNvSpPr txBox="1"/>
          <p:nvPr>
            <p:ph idx="12" type="sldNum"/>
          </p:nvPr>
        </p:nvSpPr>
        <p:spPr>
          <a:xfrm>
            <a:off x="8472458" y="3886014"/>
            <a:ext cx="548700" cy="328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ja"/>
              <a:t>‹#›</a:t>
            </a:fld>
            <a:endParaRPr/>
          </a:p>
        </p:txBody>
      </p:sp>
      <p:sp>
        <p:nvSpPr>
          <p:cNvPr id="730" name="Google Shape;730;p57"/>
          <p:cNvSpPr/>
          <p:nvPr/>
        </p:nvSpPr>
        <p:spPr>
          <a:xfrm>
            <a:off x="479475" y="109744"/>
            <a:ext cx="2016900" cy="447600"/>
          </a:xfrm>
          <a:prstGeom prst="roundRect">
            <a:avLst>
              <a:gd fmla="val 16667" name="adj"/>
            </a:avLst>
          </a:prstGeom>
          <a:solidFill>
            <a:srgbClr val="FFFFFF"/>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700"/>
              <a:buFont typeface="Arial"/>
              <a:buNone/>
            </a:pPr>
            <a:r>
              <a:rPr b="0" i="0" lang="ja" sz="2700" u="none" cap="none" strike="noStrike">
                <a:solidFill>
                  <a:srgbClr val="000000"/>
                </a:solidFill>
                <a:latin typeface="Arial"/>
                <a:ea typeface="Arial"/>
                <a:cs typeface="Arial"/>
                <a:sym typeface="Arial"/>
              </a:rPr>
              <a:t>step6_</a:t>
            </a:r>
            <a:r>
              <a:rPr lang="ja" sz="2700"/>
              <a:t>5</a:t>
            </a:r>
            <a:endParaRPr b="0" i="0" sz="2700" u="none" cap="none" strike="noStrike">
              <a:solidFill>
                <a:srgbClr val="000000"/>
              </a:solidFill>
              <a:latin typeface="Arial"/>
              <a:ea typeface="Arial"/>
              <a:cs typeface="Arial"/>
              <a:sym typeface="Arial"/>
            </a:endParaRPr>
          </a:p>
        </p:txBody>
      </p:sp>
      <p:sp>
        <p:nvSpPr>
          <p:cNvPr id="731" name="Google Shape;731;p57"/>
          <p:cNvSpPr txBox="1"/>
          <p:nvPr>
            <p:ph idx="1" type="body"/>
          </p:nvPr>
        </p:nvSpPr>
        <p:spPr>
          <a:xfrm>
            <a:off x="4796325" y="2973300"/>
            <a:ext cx="4456500" cy="212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ja"/>
              <a:t>　# つづき</a:t>
            </a:r>
            <a:endParaRPr/>
          </a:p>
          <a:p>
            <a:pPr indent="0" lvl="0" marL="0" rtl="0" algn="l">
              <a:lnSpc>
                <a:spcPct val="100000"/>
              </a:lnSpc>
              <a:spcBef>
                <a:spcPts val="0"/>
              </a:spcBef>
              <a:spcAft>
                <a:spcPts val="0"/>
              </a:spcAft>
              <a:buSzPts val="1400"/>
              <a:buNone/>
            </a:pPr>
            <a:r>
              <a:rPr lang="ja"/>
              <a:t>    # 描画</a:t>
            </a:r>
            <a:endParaRPr/>
          </a:p>
          <a:p>
            <a:pPr indent="0" lvl="0" marL="0" rtl="0" algn="l">
              <a:lnSpc>
                <a:spcPct val="100000"/>
              </a:lnSpc>
              <a:spcBef>
                <a:spcPts val="0"/>
              </a:spcBef>
              <a:spcAft>
                <a:spcPts val="0"/>
              </a:spcAft>
              <a:buSzPts val="1400"/>
              <a:buNone/>
            </a:pPr>
            <a:r>
              <a:rPr lang="ja"/>
              <a:t>    for i in range(1, </a:t>
            </a:r>
            <a:r>
              <a:rPr b="1" lang="ja"/>
              <a:t>fft.specSize()</a:t>
            </a:r>
            <a:r>
              <a:rPr lang="ja"/>
              <a:t>) :</a:t>
            </a:r>
            <a:endParaRPr/>
          </a:p>
          <a:p>
            <a:pPr indent="0" lvl="0" marL="0" rtl="0" algn="l">
              <a:lnSpc>
                <a:spcPct val="100000"/>
              </a:lnSpc>
              <a:spcBef>
                <a:spcPts val="0"/>
              </a:spcBef>
              <a:spcAft>
                <a:spcPts val="0"/>
              </a:spcAft>
              <a:buSzPts val="1400"/>
              <a:buNone/>
            </a:pPr>
            <a:r>
              <a:rPr lang="ja"/>
              <a:t>        x = map(i, 0, </a:t>
            </a:r>
            <a:r>
              <a:rPr b="1" lang="ja"/>
              <a:t>fft.specSize()</a:t>
            </a:r>
            <a:r>
              <a:rPr lang="ja"/>
              <a:t>, 0, width)</a:t>
            </a:r>
            <a:endParaRPr/>
          </a:p>
          <a:p>
            <a:pPr indent="0" lvl="0" marL="0" rtl="0" algn="l">
              <a:lnSpc>
                <a:spcPct val="100000"/>
              </a:lnSpc>
              <a:spcBef>
                <a:spcPts val="0"/>
              </a:spcBef>
              <a:spcAft>
                <a:spcPts val="0"/>
              </a:spcAft>
              <a:buSzPts val="1400"/>
              <a:buNone/>
            </a:pPr>
            <a:r>
              <a:rPr lang="ja"/>
              <a:t>        line(x, height, x, height - </a:t>
            </a:r>
            <a:r>
              <a:rPr b="1" lang="ja"/>
              <a:t>fft.getBand(i)</a:t>
            </a:r>
            <a:r>
              <a:rPr lang="ja"/>
              <a:t> * amp)</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b="1" lang="ja"/>
              <a:t>def stop():</a:t>
            </a:r>
            <a:endParaRPr b="1"/>
          </a:p>
          <a:p>
            <a:pPr indent="0" lvl="0" marL="0" rtl="0" algn="l">
              <a:lnSpc>
                <a:spcPct val="100000"/>
              </a:lnSpc>
              <a:spcBef>
                <a:spcPts val="0"/>
              </a:spcBef>
              <a:spcAft>
                <a:spcPts val="0"/>
              </a:spcAft>
              <a:buSzPts val="1400"/>
              <a:buNone/>
            </a:pPr>
            <a:r>
              <a:rPr lang="ja"/>
              <a:t>    player.close()</a:t>
            </a:r>
            <a:endParaRPr/>
          </a:p>
          <a:p>
            <a:pPr indent="0" lvl="0" marL="0" rtl="0" algn="l">
              <a:lnSpc>
                <a:spcPct val="100000"/>
              </a:lnSpc>
              <a:spcBef>
                <a:spcPts val="0"/>
              </a:spcBef>
              <a:spcAft>
                <a:spcPts val="0"/>
              </a:spcAft>
              <a:buSzPts val="1400"/>
              <a:buNone/>
            </a:pPr>
            <a:r>
              <a:rPr lang="ja"/>
              <a:t>    minim.stop()</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pic>
        <p:nvPicPr>
          <p:cNvPr id="732" name="Google Shape;732;p57"/>
          <p:cNvPicPr preferRelativeResize="0"/>
          <p:nvPr/>
        </p:nvPicPr>
        <p:blipFill rotWithShape="1">
          <a:blip r:embed="rId3">
            <a:alphaModFix/>
          </a:blip>
          <a:srcRect b="0" l="0" r="0" t="0"/>
          <a:stretch/>
        </p:blipFill>
        <p:spPr>
          <a:xfrm>
            <a:off x="4796321" y="0"/>
            <a:ext cx="3260757" cy="2543210"/>
          </a:xfrm>
          <a:prstGeom prst="rect">
            <a:avLst/>
          </a:prstGeom>
          <a:noFill/>
          <a:ln>
            <a:noFill/>
          </a:ln>
        </p:spPr>
      </p:pic>
      <p:sp>
        <p:nvSpPr>
          <p:cNvPr id="733" name="Google Shape;733;p57"/>
          <p:cNvSpPr txBox="1"/>
          <p:nvPr/>
        </p:nvSpPr>
        <p:spPr>
          <a:xfrm>
            <a:off x="6541300" y="2542181"/>
            <a:ext cx="1322100" cy="411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周波数[Hz]</a:t>
            </a:r>
            <a:endParaRPr b="0" i="0" sz="1400" u="none" cap="none" strike="noStrike">
              <a:solidFill>
                <a:srgbClr val="000000"/>
              </a:solidFill>
              <a:latin typeface="Arial"/>
              <a:ea typeface="Arial"/>
              <a:cs typeface="Arial"/>
              <a:sym typeface="Arial"/>
            </a:endParaRPr>
          </a:p>
        </p:txBody>
      </p:sp>
      <p:sp>
        <p:nvSpPr>
          <p:cNvPr id="734" name="Google Shape;734;p57"/>
          <p:cNvSpPr txBox="1"/>
          <p:nvPr/>
        </p:nvSpPr>
        <p:spPr>
          <a:xfrm>
            <a:off x="4577725" y="2542181"/>
            <a:ext cx="1322100" cy="411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sp>
        <p:nvSpPr>
          <p:cNvPr id="735" name="Google Shape;735;p57"/>
          <p:cNvSpPr txBox="1"/>
          <p:nvPr/>
        </p:nvSpPr>
        <p:spPr>
          <a:xfrm>
            <a:off x="4227525" y="1228088"/>
            <a:ext cx="1322100" cy="411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音量</a:t>
            </a:r>
            <a:endParaRPr b="0" i="0" sz="1400" u="none" cap="none" strike="noStrike">
              <a:solidFill>
                <a:srgbClr val="000000"/>
              </a:solidFill>
              <a:latin typeface="Arial"/>
              <a:ea typeface="Arial"/>
              <a:cs typeface="Arial"/>
              <a:sym typeface="Arial"/>
            </a:endParaRPr>
          </a:p>
        </p:txBody>
      </p:sp>
      <p:sp>
        <p:nvSpPr>
          <p:cNvPr id="736" name="Google Shape;736;p57"/>
          <p:cNvSpPr txBox="1"/>
          <p:nvPr/>
        </p:nvSpPr>
        <p:spPr>
          <a:xfrm>
            <a:off x="409125" y="579122"/>
            <a:ext cx="3171600" cy="974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b="0" i="0" lang="ja" sz="2100" u="none" cap="none" strike="noStrike">
                <a:solidFill>
                  <a:srgbClr val="000000"/>
                </a:solidFill>
                <a:latin typeface="Arial"/>
                <a:ea typeface="Arial"/>
                <a:cs typeface="Arial"/>
                <a:sym typeface="Arial"/>
              </a:rPr>
              <a:t>任意の音楽ファイルをFFTでスペクトログラム表示しましょう。</a:t>
            </a:r>
            <a:endParaRPr b="0" i="0" sz="2100" u="none" cap="none" strike="noStrike">
              <a:solidFill>
                <a:srgbClr val="000000"/>
              </a:solidFill>
              <a:latin typeface="Arial"/>
              <a:ea typeface="Arial"/>
              <a:cs typeface="Arial"/>
              <a:sym typeface="Arial"/>
            </a:endParaRPr>
          </a:p>
        </p:txBody>
      </p:sp>
      <p:sp>
        <p:nvSpPr>
          <p:cNvPr id="737" name="Google Shape;737;p57"/>
          <p:cNvSpPr txBox="1"/>
          <p:nvPr/>
        </p:nvSpPr>
        <p:spPr>
          <a:xfrm>
            <a:off x="8182025" y="2629969"/>
            <a:ext cx="1322100" cy="411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22050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 44100 / 2</a:t>
            </a:r>
            <a:endParaRPr b="0" i="0" sz="1400" u="none" cap="none" strike="noStrike">
              <a:solidFill>
                <a:srgbClr val="000000"/>
              </a:solidFill>
              <a:latin typeface="Arial"/>
              <a:ea typeface="Arial"/>
              <a:cs typeface="Arial"/>
              <a:sym typeface="Arial"/>
            </a:endParaRPr>
          </a:p>
        </p:txBody>
      </p:sp>
      <p:cxnSp>
        <p:nvCxnSpPr>
          <p:cNvPr id="738" name="Google Shape;738;p57"/>
          <p:cNvCxnSpPr/>
          <p:nvPr/>
        </p:nvCxnSpPr>
        <p:spPr>
          <a:xfrm flipH="1" rot="10800000">
            <a:off x="8590900" y="2568806"/>
            <a:ext cx="498600" cy="104100"/>
          </a:xfrm>
          <a:prstGeom prst="straightConnector1">
            <a:avLst/>
          </a:prstGeom>
          <a:noFill/>
          <a:ln cap="flat" cmpd="sng" w="9525">
            <a:solidFill>
              <a:schemeClr val="dk2"/>
            </a:solidFill>
            <a:prstDash val="solid"/>
            <a:round/>
            <a:headEnd len="sm" w="sm" type="none"/>
            <a:tailEnd len="med" w="med" type="triangle"/>
          </a:ln>
        </p:spPr>
      </p:cxn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sp>
        <p:nvSpPr>
          <p:cNvPr id="744" name="Google Shape;744;p58"/>
          <p:cNvSpPr txBox="1"/>
          <p:nvPr>
            <p:ph type="title"/>
          </p:nvPr>
        </p:nvSpPr>
        <p:spPr>
          <a:xfrm>
            <a:off x="311700" y="445031"/>
            <a:ext cx="3243900"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400"/>
              <a:buNone/>
            </a:pPr>
            <a:r>
              <a:rPr b="1" lang="ja" sz="3400">
                <a:solidFill>
                  <a:schemeClr val="dk1"/>
                </a:solidFill>
              </a:rPr>
              <a:t>map() 関数</a:t>
            </a:r>
            <a:endParaRPr b="1" sz="2800"/>
          </a:p>
        </p:txBody>
      </p:sp>
      <p:sp>
        <p:nvSpPr>
          <p:cNvPr id="745" name="Google Shape;745;p58"/>
          <p:cNvSpPr txBox="1"/>
          <p:nvPr>
            <p:ph idx="1" type="body"/>
          </p:nvPr>
        </p:nvSpPr>
        <p:spPr>
          <a:xfrm>
            <a:off x="311700" y="1152468"/>
            <a:ext cx="8520600" cy="3904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ja" sz="2900"/>
              <a:t>map(a, b, c, d, e)</a:t>
            </a:r>
            <a:endParaRPr sz="2900"/>
          </a:p>
          <a:p>
            <a:pPr indent="-412750" lvl="0" marL="457200" rtl="0" algn="l">
              <a:lnSpc>
                <a:spcPct val="100000"/>
              </a:lnSpc>
              <a:spcBef>
                <a:spcPts val="0"/>
              </a:spcBef>
              <a:spcAft>
                <a:spcPts val="0"/>
              </a:spcAft>
              <a:buSzPts val="2900"/>
              <a:buChar char="-"/>
            </a:pPr>
            <a:r>
              <a:rPr lang="ja" sz="2900"/>
              <a:t>aを範囲b〜c　→　別の範囲d〜eに変換</a:t>
            </a:r>
            <a:endParaRPr sz="2900"/>
          </a:p>
          <a:p>
            <a:pPr indent="0" lvl="0" marL="0" rtl="0" algn="l">
              <a:lnSpc>
                <a:spcPct val="100000"/>
              </a:lnSpc>
              <a:spcBef>
                <a:spcPts val="0"/>
              </a:spcBef>
              <a:spcAft>
                <a:spcPts val="0"/>
              </a:spcAft>
              <a:buSzPts val="1400"/>
              <a:buNone/>
            </a:pPr>
            <a:r>
              <a:t/>
            </a:r>
            <a:endParaRPr sz="2900"/>
          </a:p>
          <a:p>
            <a:pPr indent="0" lvl="0" marL="0" rtl="0" algn="l">
              <a:lnSpc>
                <a:spcPct val="100000"/>
              </a:lnSpc>
              <a:spcBef>
                <a:spcPts val="0"/>
              </a:spcBef>
              <a:spcAft>
                <a:spcPts val="0"/>
              </a:spcAft>
              <a:buSzPts val="1400"/>
              <a:buNone/>
            </a:pPr>
            <a:r>
              <a:rPr lang="ja" sz="2900"/>
              <a:t>例）</a:t>
            </a:r>
            <a:endParaRPr sz="2900"/>
          </a:p>
          <a:p>
            <a:pPr indent="0" lvl="0" marL="0" rtl="0" algn="l">
              <a:lnSpc>
                <a:spcPct val="100000"/>
              </a:lnSpc>
              <a:spcBef>
                <a:spcPts val="0"/>
              </a:spcBef>
              <a:spcAft>
                <a:spcPts val="0"/>
              </a:spcAft>
              <a:buSzPts val="1400"/>
              <a:buNone/>
            </a:pPr>
            <a:r>
              <a:rPr lang="ja" sz="2900"/>
              <a:t>h = map(i, 0, fft.specSize(), 0, 255);</a:t>
            </a:r>
            <a:endParaRPr sz="2900"/>
          </a:p>
          <a:p>
            <a:pPr indent="-412750" lvl="0" marL="457200" rtl="0" algn="l">
              <a:lnSpc>
                <a:spcPct val="100000"/>
              </a:lnSpc>
              <a:spcBef>
                <a:spcPts val="0"/>
              </a:spcBef>
              <a:spcAft>
                <a:spcPts val="0"/>
              </a:spcAft>
              <a:buSzPts val="2900"/>
              <a:buChar char="-"/>
            </a:pPr>
            <a:r>
              <a:rPr lang="ja" sz="2900"/>
              <a:t>i を 0〜513 → 0〜255  に変換</a:t>
            </a:r>
            <a:endParaRPr sz="2900"/>
          </a:p>
          <a:p>
            <a:pPr indent="-412750" lvl="0" marL="457200" rtl="0" algn="l">
              <a:lnSpc>
                <a:spcPct val="100000"/>
              </a:lnSpc>
              <a:spcBef>
                <a:spcPts val="0"/>
              </a:spcBef>
              <a:spcAft>
                <a:spcPts val="0"/>
              </a:spcAft>
              <a:buSzPts val="2900"/>
              <a:buChar char="-"/>
            </a:pPr>
            <a:r>
              <a:rPr lang="ja" sz="2900"/>
              <a:t>変換された値が h に代入される</a:t>
            </a:r>
            <a:endParaRPr sz="2900"/>
          </a:p>
          <a:p>
            <a:pPr indent="0" lvl="0" marL="0" rtl="0" algn="l">
              <a:lnSpc>
                <a:spcPct val="100000"/>
              </a:lnSpc>
              <a:spcBef>
                <a:spcPts val="0"/>
              </a:spcBef>
              <a:spcAft>
                <a:spcPts val="0"/>
              </a:spcAft>
              <a:buSzPts val="1400"/>
              <a:buNone/>
            </a:pPr>
            <a:r>
              <a:t/>
            </a:r>
            <a:endParaRPr sz="2900"/>
          </a:p>
          <a:p>
            <a:pPr indent="0" lvl="0" marL="0" rtl="0" algn="l">
              <a:lnSpc>
                <a:spcPct val="100000"/>
              </a:lnSpc>
              <a:spcBef>
                <a:spcPts val="0"/>
              </a:spcBef>
              <a:spcAft>
                <a:spcPts val="0"/>
              </a:spcAft>
              <a:buSzPts val="1400"/>
              <a:buNone/>
            </a:pPr>
            <a:r>
              <a:rPr lang="ja" sz="2200"/>
              <a:t>fft.specSize() ・・・</a:t>
            </a:r>
            <a:endParaRPr sz="2200"/>
          </a:p>
          <a:p>
            <a:pPr indent="-368300" lvl="0" marL="457200" rtl="0" algn="l">
              <a:lnSpc>
                <a:spcPct val="100000"/>
              </a:lnSpc>
              <a:spcBef>
                <a:spcPts val="0"/>
              </a:spcBef>
              <a:spcAft>
                <a:spcPts val="0"/>
              </a:spcAft>
              <a:buSzPts val="2200"/>
              <a:buChar char="-"/>
            </a:pPr>
            <a:r>
              <a:rPr lang="ja" sz="2200"/>
              <a:t>バッファサイズ（デフォルト）1024</a:t>
            </a:r>
            <a:endParaRPr sz="2200"/>
          </a:p>
          <a:p>
            <a:pPr indent="-368300" lvl="0" marL="457200" rtl="0" algn="l">
              <a:lnSpc>
                <a:spcPct val="100000"/>
              </a:lnSpc>
              <a:spcBef>
                <a:spcPts val="0"/>
              </a:spcBef>
              <a:spcAft>
                <a:spcPts val="0"/>
              </a:spcAft>
              <a:buSzPts val="2200"/>
              <a:buChar char="-"/>
            </a:pPr>
            <a:r>
              <a:rPr lang="ja" sz="2200"/>
              <a:t>スペックサイズ＝バッファサイズ / 2 = 513</a:t>
            </a:r>
            <a:endParaRPr sz="2200"/>
          </a:p>
          <a:p>
            <a:pPr indent="0" lvl="0" marL="0" rtl="0" algn="l">
              <a:lnSpc>
                <a:spcPct val="100000"/>
              </a:lnSpc>
              <a:spcBef>
                <a:spcPts val="0"/>
              </a:spcBef>
              <a:spcAft>
                <a:spcPts val="0"/>
              </a:spcAft>
              <a:buSzPts val="1400"/>
              <a:buNone/>
            </a:pPr>
            <a:r>
              <a:t/>
            </a:r>
            <a:endParaRPr sz="2900"/>
          </a:p>
          <a:p>
            <a:pPr indent="0" lvl="0" marL="0" rtl="0" algn="l">
              <a:lnSpc>
                <a:spcPct val="100000"/>
              </a:lnSpc>
              <a:spcBef>
                <a:spcPts val="0"/>
              </a:spcBef>
              <a:spcAft>
                <a:spcPts val="0"/>
              </a:spcAft>
              <a:buSzPts val="1400"/>
              <a:buNone/>
            </a:pPr>
            <a:r>
              <a:t/>
            </a:r>
            <a:endParaRPr sz="2900"/>
          </a:p>
        </p:txBody>
      </p:sp>
      <p:sp>
        <p:nvSpPr>
          <p:cNvPr id="746" name="Google Shape;746;p58"/>
          <p:cNvSpPr txBox="1"/>
          <p:nvPr>
            <p:ph idx="12" type="sldNum"/>
          </p:nvPr>
        </p:nvSpPr>
        <p:spPr>
          <a:xfrm>
            <a:off x="8472458" y="3886014"/>
            <a:ext cx="548700" cy="328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ja"/>
              <a:t>‹#›</a:t>
            </a:fld>
            <a:endParaRPr/>
          </a:p>
        </p:txBody>
      </p:sp>
      <p:cxnSp>
        <p:nvCxnSpPr>
          <p:cNvPr id="747" name="Google Shape;747;p58"/>
          <p:cNvCxnSpPr/>
          <p:nvPr/>
        </p:nvCxnSpPr>
        <p:spPr>
          <a:xfrm>
            <a:off x="4462150" y="311531"/>
            <a:ext cx="1308000" cy="0"/>
          </a:xfrm>
          <a:prstGeom prst="straightConnector1">
            <a:avLst/>
          </a:prstGeom>
          <a:noFill/>
          <a:ln cap="flat" cmpd="sng" w="9525">
            <a:solidFill>
              <a:schemeClr val="dk2"/>
            </a:solidFill>
            <a:prstDash val="solid"/>
            <a:round/>
            <a:headEnd len="sm" w="sm" type="none"/>
            <a:tailEnd len="sm" w="sm" type="none"/>
          </a:ln>
        </p:spPr>
      </p:cxnSp>
      <p:cxnSp>
        <p:nvCxnSpPr>
          <p:cNvPr id="748" name="Google Shape;748;p58"/>
          <p:cNvCxnSpPr/>
          <p:nvPr/>
        </p:nvCxnSpPr>
        <p:spPr>
          <a:xfrm rot="10800000">
            <a:off x="4462150" y="275719"/>
            <a:ext cx="0" cy="65400"/>
          </a:xfrm>
          <a:prstGeom prst="straightConnector1">
            <a:avLst/>
          </a:prstGeom>
          <a:noFill/>
          <a:ln cap="flat" cmpd="sng" w="9525">
            <a:solidFill>
              <a:schemeClr val="dk2"/>
            </a:solidFill>
            <a:prstDash val="solid"/>
            <a:round/>
            <a:headEnd len="sm" w="sm" type="none"/>
            <a:tailEnd len="sm" w="sm" type="none"/>
          </a:ln>
        </p:spPr>
      </p:cxnSp>
      <p:cxnSp>
        <p:nvCxnSpPr>
          <p:cNvPr id="749" name="Google Shape;749;p58"/>
          <p:cNvCxnSpPr/>
          <p:nvPr/>
        </p:nvCxnSpPr>
        <p:spPr>
          <a:xfrm rot="10800000">
            <a:off x="5770150" y="275719"/>
            <a:ext cx="0" cy="65400"/>
          </a:xfrm>
          <a:prstGeom prst="straightConnector1">
            <a:avLst/>
          </a:prstGeom>
          <a:noFill/>
          <a:ln cap="flat" cmpd="sng" w="9525">
            <a:solidFill>
              <a:schemeClr val="dk2"/>
            </a:solidFill>
            <a:prstDash val="solid"/>
            <a:round/>
            <a:headEnd len="sm" w="sm" type="none"/>
            <a:tailEnd len="sm" w="sm" type="none"/>
          </a:ln>
        </p:spPr>
      </p:cxnSp>
      <p:cxnSp>
        <p:nvCxnSpPr>
          <p:cNvPr id="750" name="Google Shape;750;p58"/>
          <p:cNvCxnSpPr/>
          <p:nvPr/>
        </p:nvCxnSpPr>
        <p:spPr>
          <a:xfrm rot="10800000">
            <a:off x="5095500" y="326944"/>
            <a:ext cx="0" cy="327900"/>
          </a:xfrm>
          <a:prstGeom prst="straightConnector1">
            <a:avLst/>
          </a:prstGeom>
          <a:noFill/>
          <a:ln cap="flat" cmpd="sng" w="9525">
            <a:solidFill>
              <a:schemeClr val="dk2"/>
            </a:solidFill>
            <a:prstDash val="solid"/>
            <a:round/>
            <a:headEnd len="sm" w="sm" type="none"/>
            <a:tailEnd len="med" w="med" type="triangle"/>
          </a:ln>
        </p:spPr>
      </p:cxnSp>
      <p:sp>
        <p:nvSpPr>
          <p:cNvPr id="751" name="Google Shape;751;p58"/>
          <p:cNvSpPr txBox="1"/>
          <p:nvPr/>
        </p:nvSpPr>
        <p:spPr>
          <a:xfrm>
            <a:off x="4268050" y="363638"/>
            <a:ext cx="388200" cy="174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sp>
        <p:nvSpPr>
          <p:cNvPr id="752" name="Google Shape;752;p58"/>
          <p:cNvSpPr txBox="1"/>
          <p:nvPr/>
        </p:nvSpPr>
        <p:spPr>
          <a:xfrm>
            <a:off x="5576050" y="363638"/>
            <a:ext cx="388200" cy="174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10</a:t>
            </a:r>
            <a:endParaRPr b="0" i="0" sz="1400" u="none" cap="none" strike="noStrike">
              <a:solidFill>
                <a:srgbClr val="000000"/>
              </a:solidFill>
              <a:latin typeface="Arial"/>
              <a:ea typeface="Arial"/>
              <a:cs typeface="Arial"/>
              <a:sym typeface="Arial"/>
            </a:endParaRPr>
          </a:p>
        </p:txBody>
      </p:sp>
      <p:sp>
        <p:nvSpPr>
          <p:cNvPr id="753" name="Google Shape;753;p58"/>
          <p:cNvSpPr txBox="1"/>
          <p:nvPr/>
        </p:nvSpPr>
        <p:spPr>
          <a:xfrm>
            <a:off x="4901400" y="662531"/>
            <a:ext cx="388200" cy="174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5</a:t>
            </a:r>
            <a:endParaRPr b="0" i="0" sz="1400" u="none" cap="none" strike="noStrike">
              <a:solidFill>
                <a:srgbClr val="000000"/>
              </a:solidFill>
              <a:latin typeface="Arial"/>
              <a:ea typeface="Arial"/>
              <a:cs typeface="Arial"/>
              <a:sym typeface="Arial"/>
            </a:endParaRPr>
          </a:p>
        </p:txBody>
      </p:sp>
      <p:cxnSp>
        <p:nvCxnSpPr>
          <p:cNvPr id="754" name="Google Shape;754;p58"/>
          <p:cNvCxnSpPr/>
          <p:nvPr/>
        </p:nvCxnSpPr>
        <p:spPr>
          <a:xfrm>
            <a:off x="6369000" y="311531"/>
            <a:ext cx="1308000" cy="0"/>
          </a:xfrm>
          <a:prstGeom prst="straightConnector1">
            <a:avLst/>
          </a:prstGeom>
          <a:noFill/>
          <a:ln cap="flat" cmpd="sng" w="9525">
            <a:solidFill>
              <a:schemeClr val="dk2"/>
            </a:solidFill>
            <a:prstDash val="solid"/>
            <a:round/>
            <a:headEnd len="sm" w="sm" type="none"/>
            <a:tailEnd len="sm" w="sm" type="none"/>
          </a:ln>
        </p:spPr>
      </p:cxnSp>
      <p:cxnSp>
        <p:nvCxnSpPr>
          <p:cNvPr id="755" name="Google Shape;755;p58"/>
          <p:cNvCxnSpPr/>
          <p:nvPr/>
        </p:nvCxnSpPr>
        <p:spPr>
          <a:xfrm rot="10800000">
            <a:off x="6369000" y="275719"/>
            <a:ext cx="0" cy="65400"/>
          </a:xfrm>
          <a:prstGeom prst="straightConnector1">
            <a:avLst/>
          </a:prstGeom>
          <a:noFill/>
          <a:ln cap="flat" cmpd="sng" w="9525">
            <a:solidFill>
              <a:schemeClr val="dk2"/>
            </a:solidFill>
            <a:prstDash val="solid"/>
            <a:round/>
            <a:headEnd len="sm" w="sm" type="none"/>
            <a:tailEnd len="sm" w="sm" type="none"/>
          </a:ln>
        </p:spPr>
      </p:cxnSp>
      <p:cxnSp>
        <p:nvCxnSpPr>
          <p:cNvPr id="756" name="Google Shape;756;p58"/>
          <p:cNvCxnSpPr/>
          <p:nvPr/>
        </p:nvCxnSpPr>
        <p:spPr>
          <a:xfrm rot="10800000">
            <a:off x="7677000" y="275719"/>
            <a:ext cx="0" cy="65400"/>
          </a:xfrm>
          <a:prstGeom prst="straightConnector1">
            <a:avLst/>
          </a:prstGeom>
          <a:noFill/>
          <a:ln cap="flat" cmpd="sng" w="9525">
            <a:solidFill>
              <a:schemeClr val="dk2"/>
            </a:solidFill>
            <a:prstDash val="solid"/>
            <a:round/>
            <a:headEnd len="sm" w="sm" type="none"/>
            <a:tailEnd len="sm" w="sm" type="none"/>
          </a:ln>
        </p:spPr>
      </p:cxnSp>
      <p:cxnSp>
        <p:nvCxnSpPr>
          <p:cNvPr id="757" name="Google Shape;757;p58"/>
          <p:cNvCxnSpPr/>
          <p:nvPr/>
        </p:nvCxnSpPr>
        <p:spPr>
          <a:xfrm rot="10800000">
            <a:off x="7677000" y="321525"/>
            <a:ext cx="0" cy="327900"/>
          </a:xfrm>
          <a:prstGeom prst="straightConnector1">
            <a:avLst/>
          </a:prstGeom>
          <a:noFill/>
          <a:ln cap="flat" cmpd="sng" w="9525">
            <a:solidFill>
              <a:schemeClr val="dk2"/>
            </a:solidFill>
            <a:prstDash val="solid"/>
            <a:round/>
            <a:headEnd len="sm" w="sm" type="none"/>
            <a:tailEnd len="med" w="med" type="triangle"/>
          </a:ln>
        </p:spPr>
      </p:cxnSp>
      <p:sp>
        <p:nvSpPr>
          <p:cNvPr id="758" name="Google Shape;758;p58"/>
          <p:cNvSpPr txBox="1"/>
          <p:nvPr/>
        </p:nvSpPr>
        <p:spPr>
          <a:xfrm>
            <a:off x="6174900" y="363638"/>
            <a:ext cx="388200" cy="174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sp>
        <p:nvSpPr>
          <p:cNvPr id="759" name="Google Shape;759;p58"/>
          <p:cNvSpPr txBox="1"/>
          <p:nvPr/>
        </p:nvSpPr>
        <p:spPr>
          <a:xfrm>
            <a:off x="7482900" y="659494"/>
            <a:ext cx="388200" cy="174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10</a:t>
            </a:r>
            <a:endParaRPr b="0" i="0" sz="1400" u="none" cap="none" strike="noStrike">
              <a:solidFill>
                <a:srgbClr val="000000"/>
              </a:solidFill>
              <a:latin typeface="Arial"/>
              <a:ea typeface="Arial"/>
              <a:cs typeface="Arial"/>
              <a:sym typeface="Arial"/>
            </a:endParaRPr>
          </a:p>
        </p:txBody>
      </p:sp>
      <p:cxnSp>
        <p:nvCxnSpPr>
          <p:cNvPr id="760" name="Google Shape;760;p58"/>
          <p:cNvCxnSpPr/>
          <p:nvPr/>
        </p:nvCxnSpPr>
        <p:spPr>
          <a:xfrm>
            <a:off x="7677000" y="311531"/>
            <a:ext cx="1308000" cy="0"/>
          </a:xfrm>
          <a:prstGeom prst="straightConnector1">
            <a:avLst/>
          </a:prstGeom>
          <a:noFill/>
          <a:ln cap="flat" cmpd="sng" w="9525">
            <a:solidFill>
              <a:schemeClr val="dk2"/>
            </a:solidFill>
            <a:prstDash val="solid"/>
            <a:round/>
            <a:headEnd len="sm" w="sm" type="none"/>
            <a:tailEnd len="sm" w="sm" type="none"/>
          </a:ln>
        </p:spPr>
      </p:cxnSp>
      <p:cxnSp>
        <p:nvCxnSpPr>
          <p:cNvPr id="761" name="Google Shape;761;p58"/>
          <p:cNvCxnSpPr/>
          <p:nvPr/>
        </p:nvCxnSpPr>
        <p:spPr>
          <a:xfrm rot="10800000">
            <a:off x="8985000" y="275719"/>
            <a:ext cx="0" cy="65400"/>
          </a:xfrm>
          <a:prstGeom prst="straightConnector1">
            <a:avLst/>
          </a:prstGeom>
          <a:noFill/>
          <a:ln cap="flat" cmpd="sng" w="9525">
            <a:solidFill>
              <a:schemeClr val="dk2"/>
            </a:solidFill>
            <a:prstDash val="solid"/>
            <a:round/>
            <a:headEnd len="sm" w="sm" type="none"/>
            <a:tailEnd len="sm" w="sm" type="none"/>
          </a:ln>
        </p:spPr>
      </p:cxnSp>
      <p:sp>
        <p:nvSpPr>
          <p:cNvPr id="762" name="Google Shape;762;p58"/>
          <p:cNvSpPr txBox="1"/>
          <p:nvPr/>
        </p:nvSpPr>
        <p:spPr>
          <a:xfrm>
            <a:off x="8755800" y="363638"/>
            <a:ext cx="388200" cy="174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20</a:t>
            </a:r>
            <a:endParaRPr b="0" i="0" sz="1400" u="none" cap="none" strike="noStrike">
              <a:solidFill>
                <a:srgbClr val="000000"/>
              </a:solidFill>
              <a:latin typeface="Arial"/>
              <a:ea typeface="Arial"/>
              <a:cs typeface="Arial"/>
              <a:sym typeface="Arial"/>
            </a:endParaRPr>
          </a:p>
        </p:txBody>
      </p:sp>
      <p:sp>
        <p:nvSpPr>
          <p:cNvPr id="763" name="Google Shape;763;p58"/>
          <p:cNvSpPr/>
          <p:nvPr/>
        </p:nvSpPr>
        <p:spPr>
          <a:xfrm>
            <a:off x="5964250" y="654844"/>
            <a:ext cx="249300" cy="2196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sp>
        <p:nvSpPr>
          <p:cNvPr id="769" name="Google Shape;769;p59"/>
          <p:cNvSpPr txBox="1"/>
          <p:nvPr>
            <p:ph type="title"/>
          </p:nvPr>
        </p:nvSpPr>
        <p:spPr>
          <a:xfrm>
            <a:off x="467544" y="72895"/>
            <a:ext cx="8229600" cy="315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3000"/>
              <a:buNone/>
            </a:pPr>
            <a:r>
              <a:rPr lang="ja"/>
              <a:t>カラーモードHSB</a:t>
            </a:r>
            <a:endParaRPr/>
          </a:p>
        </p:txBody>
      </p:sp>
      <p:sp>
        <p:nvSpPr>
          <p:cNvPr id="770" name="Google Shape;770;p59"/>
          <p:cNvSpPr txBox="1"/>
          <p:nvPr>
            <p:ph idx="1" type="body"/>
          </p:nvPr>
        </p:nvSpPr>
        <p:spPr>
          <a:xfrm>
            <a:off x="467544" y="582952"/>
            <a:ext cx="8229600" cy="312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560"/>
              </a:spcBef>
              <a:spcAft>
                <a:spcPts val="0"/>
              </a:spcAft>
              <a:buSzPts val="2400"/>
              <a:buNone/>
            </a:pPr>
            <a:r>
              <a:rPr lang="ja"/>
              <a:t>H（Hue）：色相</a:t>
            </a:r>
            <a:endParaRPr/>
          </a:p>
          <a:p>
            <a:pPr indent="0" lvl="0" marL="0" rtl="0" algn="l">
              <a:lnSpc>
                <a:spcPct val="100000"/>
              </a:lnSpc>
              <a:spcBef>
                <a:spcPts val="560"/>
              </a:spcBef>
              <a:spcAft>
                <a:spcPts val="0"/>
              </a:spcAft>
              <a:buSzPts val="2400"/>
              <a:buNone/>
            </a:pPr>
            <a:r>
              <a:rPr lang="ja"/>
              <a:t>S（Saturation）：彩度</a:t>
            </a:r>
            <a:endParaRPr/>
          </a:p>
          <a:p>
            <a:pPr indent="0" lvl="0" marL="0" rtl="0" algn="l">
              <a:lnSpc>
                <a:spcPct val="100000"/>
              </a:lnSpc>
              <a:spcBef>
                <a:spcPts val="560"/>
              </a:spcBef>
              <a:spcAft>
                <a:spcPts val="0"/>
              </a:spcAft>
              <a:buSzPts val="2400"/>
              <a:buNone/>
            </a:pPr>
            <a:r>
              <a:rPr lang="ja"/>
              <a:t>B（Brightness）：明度</a:t>
            </a:r>
            <a:endParaRPr/>
          </a:p>
          <a:p>
            <a:pPr indent="0" lvl="0" marL="0" rtl="0" algn="l">
              <a:lnSpc>
                <a:spcPct val="100000"/>
              </a:lnSpc>
              <a:spcBef>
                <a:spcPts val="560"/>
              </a:spcBef>
              <a:spcAft>
                <a:spcPts val="0"/>
              </a:spcAft>
              <a:buSzPts val="2400"/>
              <a:buNone/>
            </a:pPr>
            <a:r>
              <a:rPr lang="ja" sz="1500"/>
              <a:t>HSB(HSV)カラーとRGBカラーは異なる</a:t>
            </a:r>
            <a:endParaRPr sz="1500"/>
          </a:p>
          <a:p>
            <a:pPr indent="0" lvl="0" marL="0" rtl="0" algn="l">
              <a:lnSpc>
                <a:spcPct val="100000"/>
              </a:lnSpc>
              <a:spcBef>
                <a:spcPts val="560"/>
              </a:spcBef>
              <a:spcAft>
                <a:spcPts val="0"/>
              </a:spcAft>
              <a:buSzPts val="2400"/>
              <a:buNone/>
            </a:pPr>
            <a:r>
              <a:rPr lang="ja" sz="1500"/>
              <a:t>色同士の効果や関係を考えながら色を選択可能</a:t>
            </a:r>
            <a:endParaRPr sz="1500"/>
          </a:p>
          <a:p>
            <a:pPr indent="0" lvl="0" marL="0" rtl="0" algn="l">
              <a:lnSpc>
                <a:spcPct val="100000"/>
              </a:lnSpc>
              <a:spcBef>
                <a:spcPts val="560"/>
              </a:spcBef>
              <a:spcAft>
                <a:spcPts val="0"/>
              </a:spcAft>
              <a:buSzPts val="2400"/>
              <a:buNone/>
            </a:pPr>
            <a:r>
              <a:rPr lang="ja" sz="1500"/>
              <a:t>彩度や明度で微調整が可能</a:t>
            </a:r>
            <a:endParaRPr sz="1500"/>
          </a:p>
          <a:p>
            <a:pPr indent="0" lvl="0" marL="0" rtl="0" algn="l">
              <a:lnSpc>
                <a:spcPct val="100000"/>
              </a:lnSpc>
              <a:spcBef>
                <a:spcPts val="560"/>
              </a:spcBef>
              <a:spcAft>
                <a:spcPts val="0"/>
              </a:spcAft>
              <a:buSzPts val="2400"/>
              <a:buNone/>
            </a:pPr>
            <a:r>
              <a:rPr lang="ja"/>
              <a:t>これまではRGBを用いてきたが、HSB形式を用いる</a:t>
            </a:r>
            <a:endParaRPr/>
          </a:p>
          <a:p>
            <a:pPr indent="0" lvl="0" marL="0" rtl="0" algn="l">
              <a:lnSpc>
                <a:spcPct val="100000"/>
              </a:lnSpc>
              <a:spcBef>
                <a:spcPts val="560"/>
              </a:spcBef>
              <a:spcAft>
                <a:spcPts val="0"/>
              </a:spcAft>
              <a:buSzPts val="2400"/>
              <a:buNone/>
            </a:pPr>
            <a:r>
              <a:t/>
            </a:r>
            <a:endParaRPr/>
          </a:p>
          <a:p>
            <a:pPr indent="0" lvl="0" marL="0" rtl="0" algn="l">
              <a:lnSpc>
                <a:spcPct val="100000"/>
              </a:lnSpc>
              <a:spcBef>
                <a:spcPts val="560"/>
              </a:spcBef>
              <a:spcAft>
                <a:spcPts val="0"/>
              </a:spcAft>
              <a:buSzPts val="2400"/>
              <a:buNone/>
            </a:pPr>
            <a:r>
              <a:t/>
            </a:r>
            <a:endParaRPr/>
          </a:p>
        </p:txBody>
      </p:sp>
      <p:sp>
        <p:nvSpPr>
          <p:cNvPr id="771" name="Google Shape;771;p59"/>
          <p:cNvSpPr txBox="1"/>
          <p:nvPr>
            <p:ph idx="12" type="sldNum"/>
          </p:nvPr>
        </p:nvSpPr>
        <p:spPr>
          <a:xfrm>
            <a:off x="8568700" y="4038407"/>
            <a:ext cx="575400" cy="315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ja"/>
              <a:t>‹#›</a:t>
            </a:fld>
            <a:endParaRPr/>
          </a:p>
        </p:txBody>
      </p:sp>
      <p:pic>
        <p:nvPicPr>
          <p:cNvPr id="772" name="Google Shape;772;p59"/>
          <p:cNvPicPr preferRelativeResize="0"/>
          <p:nvPr/>
        </p:nvPicPr>
        <p:blipFill rotWithShape="1">
          <a:blip r:embed="rId3">
            <a:alphaModFix/>
          </a:blip>
          <a:srcRect b="0" l="0" r="0" t="0"/>
          <a:stretch/>
        </p:blipFill>
        <p:spPr>
          <a:xfrm>
            <a:off x="529468" y="3076050"/>
            <a:ext cx="1803375" cy="1594706"/>
          </a:xfrm>
          <a:prstGeom prst="rect">
            <a:avLst/>
          </a:prstGeom>
          <a:noFill/>
          <a:ln>
            <a:noFill/>
          </a:ln>
        </p:spPr>
      </p:pic>
      <p:sp>
        <p:nvSpPr>
          <p:cNvPr id="773" name="Google Shape;773;p59"/>
          <p:cNvSpPr txBox="1"/>
          <p:nvPr/>
        </p:nvSpPr>
        <p:spPr>
          <a:xfrm>
            <a:off x="-16800" y="4670756"/>
            <a:ext cx="3630600" cy="378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ja" sz="1100" u="sng" cap="none" strike="noStrike">
                <a:solidFill>
                  <a:schemeClr val="hlink"/>
                </a:solidFill>
                <a:latin typeface="Arial"/>
                <a:ea typeface="Arial"/>
                <a:cs typeface="Arial"/>
                <a:sym typeface="Arial"/>
              </a:rPr>
              <a:t>色相環</a:t>
            </a:r>
            <a:r>
              <a:rPr b="0" i="0" lang="ja" sz="1100" u="sng" cap="none" strike="noStrike">
                <a:solidFill>
                  <a:schemeClr val="hlink"/>
                </a:solidFill>
                <a:latin typeface="Arial"/>
                <a:ea typeface="Arial"/>
                <a:cs typeface="Arial"/>
                <a:sym typeface="Arial"/>
                <a:hlinkClick r:id="rId4"/>
              </a:rPr>
              <a:t>https://ja.wikipedia.org/wiki/%E8%89%B2%E7%9B%B8</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8" name="Shape 778"/>
        <p:cNvGrpSpPr/>
        <p:nvPr/>
      </p:nvGrpSpPr>
      <p:grpSpPr>
        <a:xfrm>
          <a:off x="0" y="0"/>
          <a:ext cx="0" cy="0"/>
          <a:chOff x="0" y="0"/>
          <a:chExt cx="0" cy="0"/>
        </a:xfrm>
      </p:grpSpPr>
      <p:sp>
        <p:nvSpPr>
          <p:cNvPr id="779" name="Google Shape;779;p60"/>
          <p:cNvSpPr txBox="1"/>
          <p:nvPr>
            <p:ph idx="1" type="body"/>
          </p:nvPr>
        </p:nvSpPr>
        <p:spPr>
          <a:xfrm>
            <a:off x="156375" y="612975"/>
            <a:ext cx="8987700" cy="444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ja" sz="2000"/>
              <a:t>step6_4を改良</a:t>
            </a:r>
            <a:endParaRPr b="1" sz="2000"/>
          </a:p>
          <a:p>
            <a:pPr indent="-342900" lvl="0" marL="457200" rtl="0" algn="l">
              <a:lnSpc>
                <a:spcPct val="100000"/>
              </a:lnSpc>
              <a:spcBef>
                <a:spcPts val="0"/>
              </a:spcBef>
              <a:spcAft>
                <a:spcPts val="0"/>
              </a:spcAft>
              <a:buSzPts val="1800"/>
              <a:buChar char="-"/>
            </a:pPr>
            <a:r>
              <a:rPr lang="ja" sz="1800"/>
              <a:t>カラースペクトログラム</a:t>
            </a:r>
            <a:endParaRPr sz="1800"/>
          </a:p>
          <a:p>
            <a:pPr indent="-342900" lvl="0" marL="457200" rtl="0" algn="l">
              <a:lnSpc>
                <a:spcPct val="100000"/>
              </a:lnSpc>
              <a:spcBef>
                <a:spcPts val="0"/>
              </a:spcBef>
              <a:spcAft>
                <a:spcPts val="0"/>
              </a:spcAft>
              <a:buSzPts val="1800"/>
              <a:buChar char="-"/>
            </a:pPr>
            <a:r>
              <a:rPr lang="ja" sz="1800"/>
              <a:t>マウスカーソルで周波数表示</a:t>
            </a:r>
            <a:endParaRPr sz="1800"/>
          </a:p>
          <a:p>
            <a:pPr indent="0" lvl="0" marL="0" rtl="0" algn="l">
              <a:lnSpc>
                <a:spcPct val="100000"/>
              </a:lnSpc>
              <a:spcBef>
                <a:spcPts val="0"/>
              </a:spcBef>
              <a:spcAft>
                <a:spcPts val="0"/>
              </a:spcAft>
              <a:buSzPts val="1400"/>
              <a:buNone/>
            </a:pPr>
            <a:r>
              <a:t/>
            </a:r>
            <a:endParaRPr sz="1800"/>
          </a:p>
          <a:p>
            <a:pPr indent="0" lvl="0" marL="0" rtl="0" algn="l">
              <a:lnSpc>
                <a:spcPct val="100000"/>
              </a:lnSpc>
              <a:spcBef>
                <a:spcPts val="0"/>
              </a:spcBef>
              <a:spcAft>
                <a:spcPts val="0"/>
              </a:spcAft>
              <a:buClr>
                <a:schemeClr val="dk1"/>
              </a:buClr>
              <a:buSzPts val="1100"/>
              <a:buFont typeface="Arial"/>
              <a:buNone/>
            </a:pPr>
            <a:r>
              <a:t/>
            </a:r>
            <a:endParaRPr b="1" sz="2000"/>
          </a:p>
          <a:p>
            <a:pPr indent="0" lvl="0" marL="0" rtl="0" algn="l">
              <a:lnSpc>
                <a:spcPct val="100000"/>
              </a:lnSpc>
              <a:spcBef>
                <a:spcPts val="0"/>
              </a:spcBef>
              <a:spcAft>
                <a:spcPts val="0"/>
              </a:spcAft>
              <a:buClr>
                <a:schemeClr val="dk1"/>
              </a:buClr>
              <a:buSzPts val="1100"/>
              <a:buFont typeface="Arial"/>
              <a:buNone/>
            </a:pPr>
            <a:r>
              <a:rPr b="1" lang="ja" sz="2000"/>
              <a:t>add_library('minim')</a:t>
            </a:r>
            <a:endParaRPr b="1" sz="2000"/>
          </a:p>
          <a:p>
            <a:pPr indent="0" lvl="0" marL="0" rtl="0" algn="l">
              <a:lnSpc>
                <a:spcPct val="100000"/>
              </a:lnSpc>
              <a:spcBef>
                <a:spcPts val="0"/>
              </a:spcBef>
              <a:spcAft>
                <a:spcPts val="0"/>
              </a:spcAft>
              <a:buClr>
                <a:schemeClr val="dk1"/>
              </a:buClr>
              <a:buSzPts val="1100"/>
              <a:buFont typeface="Arial"/>
              <a:buNone/>
            </a:pPr>
            <a:r>
              <a:rPr lang="ja" sz="2000"/>
              <a:t>amp = 100</a:t>
            </a:r>
            <a:endParaRPr sz="2000"/>
          </a:p>
          <a:p>
            <a:pPr indent="0" lvl="0" marL="0" rtl="0" algn="l">
              <a:lnSpc>
                <a:spcPct val="100000"/>
              </a:lnSpc>
              <a:spcBef>
                <a:spcPts val="0"/>
              </a:spcBef>
              <a:spcAft>
                <a:spcPts val="0"/>
              </a:spcAft>
              <a:buClr>
                <a:schemeClr val="dk1"/>
              </a:buClr>
              <a:buSzPts val="1100"/>
              <a:buFont typeface="Arial"/>
              <a:buNone/>
            </a:pPr>
            <a:r>
              <a:rPr b="1" lang="ja" sz="2000"/>
              <a:t>def setup() :</a:t>
            </a:r>
            <a:endParaRPr b="1" sz="2000"/>
          </a:p>
          <a:p>
            <a:pPr indent="0" lvl="0" marL="0" rtl="0" algn="l">
              <a:lnSpc>
                <a:spcPct val="100000"/>
              </a:lnSpc>
              <a:spcBef>
                <a:spcPts val="0"/>
              </a:spcBef>
              <a:spcAft>
                <a:spcPts val="0"/>
              </a:spcAft>
              <a:buClr>
                <a:schemeClr val="dk1"/>
              </a:buClr>
              <a:buSzPts val="1100"/>
              <a:buFont typeface="Arial"/>
              <a:buNone/>
            </a:pPr>
            <a:r>
              <a:rPr lang="ja" sz="2000"/>
              <a:t>    size(1024,600)</a:t>
            </a:r>
            <a:endParaRPr sz="2000"/>
          </a:p>
          <a:p>
            <a:pPr indent="0" lvl="0" marL="0" rtl="0" algn="l">
              <a:lnSpc>
                <a:spcPct val="100000"/>
              </a:lnSpc>
              <a:spcBef>
                <a:spcPts val="0"/>
              </a:spcBef>
              <a:spcAft>
                <a:spcPts val="0"/>
              </a:spcAft>
              <a:buClr>
                <a:schemeClr val="dk1"/>
              </a:buClr>
              <a:buSzPts val="1100"/>
              <a:buFont typeface="Arial"/>
              <a:buNone/>
            </a:pPr>
            <a:r>
              <a:rPr lang="ja" sz="2000"/>
              <a:t>    background(0)</a:t>
            </a:r>
            <a:endParaRPr sz="2000"/>
          </a:p>
          <a:p>
            <a:pPr indent="0" lvl="0" marL="0" rtl="0" algn="l">
              <a:lnSpc>
                <a:spcPct val="100000"/>
              </a:lnSpc>
              <a:spcBef>
                <a:spcPts val="0"/>
              </a:spcBef>
              <a:spcAft>
                <a:spcPts val="0"/>
              </a:spcAft>
              <a:buClr>
                <a:schemeClr val="dk1"/>
              </a:buClr>
              <a:buSzPts val="1100"/>
              <a:buFont typeface="Arial"/>
              <a:buNone/>
            </a:pPr>
            <a:r>
              <a:rPr lang="ja" sz="2000">
                <a:highlight>
                  <a:srgbClr val="00FF00"/>
                </a:highlight>
              </a:rPr>
              <a:t>　colorMode(HSB)</a:t>
            </a:r>
            <a:endParaRPr sz="2000">
              <a:highlight>
                <a:srgbClr val="00FF00"/>
              </a:highlight>
            </a:endParaRPr>
          </a:p>
          <a:p>
            <a:pPr indent="0" lvl="0" marL="0" rtl="0" algn="l">
              <a:lnSpc>
                <a:spcPct val="100000"/>
              </a:lnSpc>
              <a:spcBef>
                <a:spcPts val="0"/>
              </a:spcBef>
              <a:spcAft>
                <a:spcPts val="0"/>
              </a:spcAft>
              <a:buClr>
                <a:schemeClr val="dk1"/>
              </a:buClr>
              <a:buSzPts val="1100"/>
              <a:buFont typeface="Arial"/>
              <a:buNone/>
            </a:pPr>
            <a:r>
              <a:t/>
            </a:r>
            <a:endParaRPr sz="2000"/>
          </a:p>
          <a:p>
            <a:pPr indent="0" lvl="0" marL="0" rtl="0" algn="l">
              <a:lnSpc>
                <a:spcPct val="100000"/>
              </a:lnSpc>
              <a:spcBef>
                <a:spcPts val="0"/>
              </a:spcBef>
              <a:spcAft>
                <a:spcPts val="0"/>
              </a:spcAft>
              <a:buClr>
                <a:schemeClr val="dk1"/>
              </a:buClr>
              <a:buSzPts val="1100"/>
              <a:buFont typeface="Arial"/>
              <a:buNone/>
            </a:pPr>
            <a:r>
              <a:rPr lang="ja" sz="2000"/>
              <a:t>   ・・・・・</a:t>
            </a:r>
            <a:endParaRPr sz="2000"/>
          </a:p>
          <a:p>
            <a:pPr indent="0" lvl="0" marL="0" rtl="0" algn="l">
              <a:lnSpc>
                <a:spcPct val="100000"/>
              </a:lnSpc>
              <a:spcBef>
                <a:spcPts val="0"/>
              </a:spcBef>
              <a:spcAft>
                <a:spcPts val="0"/>
              </a:spcAft>
              <a:buClr>
                <a:schemeClr val="dk1"/>
              </a:buClr>
              <a:buSzPts val="1100"/>
              <a:buFont typeface="Arial"/>
              <a:buNone/>
            </a:pPr>
            <a:r>
              <a:t/>
            </a:r>
            <a:endParaRPr sz="20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ja" sz="2000">
                <a:solidFill>
                  <a:schemeClr val="dk1"/>
                </a:solidFill>
              </a:rPr>
              <a:t>    # 描画</a:t>
            </a:r>
            <a:endParaRPr sz="20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ja" sz="2000">
                <a:solidFill>
                  <a:schemeClr val="dk1"/>
                </a:solidFill>
              </a:rPr>
              <a:t>    for i in range(1, player.bufferSize()) :</a:t>
            </a:r>
            <a:endParaRPr sz="20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ja" sz="2000">
                <a:solidFill>
                  <a:schemeClr val="dk1"/>
                </a:solidFill>
              </a:rPr>
              <a:t>        x = map(i, 0, fft.specSize(), 0, width)</a:t>
            </a:r>
            <a:endParaRPr sz="20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ja" sz="2000">
                <a:solidFill>
                  <a:schemeClr val="dk1"/>
                </a:solidFill>
              </a:rPr>
              <a:t>        h = map(i, 0, fft.specSize(), 0, 255)</a:t>
            </a:r>
            <a:endParaRPr sz="20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ja" sz="2000">
                <a:solidFill>
                  <a:schemeClr val="dk1"/>
                </a:solidFill>
              </a:rPr>
              <a:t>        </a:t>
            </a:r>
            <a:r>
              <a:rPr lang="ja" sz="2000">
                <a:solidFill>
                  <a:schemeClr val="dk1"/>
                </a:solidFill>
                <a:highlight>
                  <a:srgbClr val="00FF00"/>
                </a:highlight>
              </a:rPr>
              <a:t>stroke(h, 255, 255) </a:t>
            </a:r>
            <a:r>
              <a:rPr lang="ja" sz="2000">
                <a:solidFill>
                  <a:schemeClr val="dk1"/>
                </a:solidFill>
              </a:rPr>
              <a:t>   </a:t>
            </a:r>
            <a:r>
              <a:rPr b="1" lang="ja" sz="2000">
                <a:solidFill>
                  <a:schemeClr val="dk1"/>
                </a:solidFill>
              </a:rPr>
              <a:t>#色相の値を周波数分布に対応させる</a:t>
            </a:r>
            <a:endParaRPr b="1" sz="20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2000"/>
          </a:p>
        </p:txBody>
      </p:sp>
      <p:sp>
        <p:nvSpPr>
          <p:cNvPr id="780" name="Google Shape;780;p60"/>
          <p:cNvSpPr txBox="1"/>
          <p:nvPr>
            <p:ph idx="12" type="sldNum"/>
          </p:nvPr>
        </p:nvSpPr>
        <p:spPr>
          <a:xfrm>
            <a:off x="8472458" y="3886014"/>
            <a:ext cx="548700" cy="328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ja"/>
              <a:t>‹#›</a:t>
            </a:fld>
            <a:endParaRPr/>
          </a:p>
        </p:txBody>
      </p:sp>
      <p:sp>
        <p:nvSpPr>
          <p:cNvPr id="781" name="Google Shape;781;p60"/>
          <p:cNvSpPr txBox="1"/>
          <p:nvPr>
            <p:ph idx="1" type="body"/>
          </p:nvPr>
        </p:nvSpPr>
        <p:spPr>
          <a:xfrm>
            <a:off x="4796325" y="2973300"/>
            <a:ext cx="4456500" cy="212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782" name="Google Shape;782;p60"/>
          <p:cNvSpPr txBox="1"/>
          <p:nvPr/>
        </p:nvSpPr>
        <p:spPr>
          <a:xfrm>
            <a:off x="3925075" y="1228088"/>
            <a:ext cx="1322100" cy="411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信号強度</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の目安</a:t>
            </a:r>
            <a:endParaRPr b="0" i="0" sz="1400" u="none" cap="none" strike="noStrike">
              <a:solidFill>
                <a:srgbClr val="000000"/>
              </a:solidFill>
              <a:latin typeface="Arial"/>
              <a:ea typeface="Arial"/>
              <a:cs typeface="Arial"/>
              <a:sym typeface="Arial"/>
            </a:endParaRPr>
          </a:p>
        </p:txBody>
      </p:sp>
      <p:pic>
        <p:nvPicPr>
          <p:cNvPr id="783" name="Google Shape;783;p60"/>
          <p:cNvPicPr preferRelativeResize="0"/>
          <p:nvPr/>
        </p:nvPicPr>
        <p:blipFill rotWithShape="1">
          <a:blip r:embed="rId3">
            <a:alphaModFix/>
          </a:blip>
          <a:srcRect b="0" l="0" r="0" t="0"/>
          <a:stretch/>
        </p:blipFill>
        <p:spPr>
          <a:xfrm>
            <a:off x="3762250" y="0"/>
            <a:ext cx="5381751" cy="2382787"/>
          </a:xfrm>
          <a:prstGeom prst="rect">
            <a:avLst/>
          </a:prstGeom>
          <a:noFill/>
          <a:ln>
            <a:noFill/>
          </a:ln>
        </p:spPr>
      </p:pic>
      <p:sp>
        <p:nvSpPr>
          <p:cNvPr id="784" name="Google Shape;784;p60"/>
          <p:cNvSpPr txBox="1"/>
          <p:nvPr/>
        </p:nvSpPr>
        <p:spPr>
          <a:xfrm>
            <a:off x="59700" y="53588"/>
            <a:ext cx="1695000" cy="378000"/>
          </a:xfrm>
          <a:prstGeom prst="rect">
            <a:avLst/>
          </a:prstGeom>
          <a:solidFill>
            <a:srgbClr val="FFFFFF"/>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1" lang="ja" sz="2500">
                <a:solidFill>
                  <a:schemeClr val="dk1"/>
                </a:solidFill>
              </a:rPr>
              <a:t>step6_6</a:t>
            </a:r>
            <a:endParaRPr b="1" i="0" sz="2500" u="none" cap="none" strike="noStrike">
              <a:solidFill>
                <a:srgbClr val="000000"/>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sp>
        <p:nvSpPr>
          <p:cNvPr id="790" name="Google Shape;790;p61"/>
          <p:cNvSpPr txBox="1"/>
          <p:nvPr>
            <p:ph idx="1" type="body"/>
          </p:nvPr>
        </p:nvSpPr>
        <p:spPr>
          <a:xfrm>
            <a:off x="156375" y="612975"/>
            <a:ext cx="8987700" cy="3416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ja" sz="2500"/>
              <a:t>マウスカーソルの下の</a:t>
            </a:r>
            <a:endParaRPr b="1" sz="2500"/>
          </a:p>
          <a:p>
            <a:pPr indent="0" lvl="0" marL="0" rtl="0" algn="l">
              <a:lnSpc>
                <a:spcPct val="100000"/>
              </a:lnSpc>
              <a:spcBef>
                <a:spcPts val="0"/>
              </a:spcBef>
              <a:spcAft>
                <a:spcPts val="0"/>
              </a:spcAft>
              <a:buClr>
                <a:schemeClr val="dk1"/>
              </a:buClr>
              <a:buSzPts val="1100"/>
              <a:buFont typeface="Arial"/>
              <a:buNone/>
            </a:pPr>
            <a:r>
              <a:rPr b="1" lang="ja" sz="2500"/>
              <a:t>周波数を表示</a:t>
            </a:r>
            <a:endParaRPr b="1" sz="2500"/>
          </a:p>
          <a:p>
            <a:pPr indent="0" lvl="0" marL="0" rtl="0" algn="l">
              <a:lnSpc>
                <a:spcPct val="100000"/>
              </a:lnSpc>
              <a:spcBef>
                <a:spcPts val="0"/>
              </a:spcBef>
              <a:spcAft>
                <a:spcPts val="0"/>
              </a:spcAft>
              <a:buClr>
                <a:schemeClr val="dk1"/>
              </a:buClr>
              <a:buSzPts val="1100"/>
              <a:buFont typeface="Arial"/>
              <a:buNone/>
            </a:pPr>
            <a:r>
              <a:t/>
            </a:r>
            <a:endParaRPr sz="2000"/>
          </a:p>
          <a:p>
            <a:pPr indent="0" lvl="0" marL="0" rtl="0" algn="l">
              <a:lnSpc>
                <a:spcPct val="100000"/>
              </a:lnSpc>
              <a:spcBef>
                <a:spcPts val="0"/>
              </a:spcBef>
              <a:spcAft>
                <a:spcPts val="0"/>
              </a:spcAft>
              <a:buClr>
                <a:schemeClr val="dk1"/>
              </a:buClr>
              <a:buSzPts val="1100"/>
              <a:buFont typeface="Arial"/>
              <a:buNone/>
            </a:pPr>
            <a:r>
              <a:t/>
            </a:r>
            <a:endParaRPr sz="2000"/>
          </a:p>
          <a:p>
            <a:pPr indent="0" lvl="0" marL="0" rtl="0" algn="l">
              <a:lnSpc>
                <a:spcPct val="100000"/>
              </a:lnSpc>
              <a:spcBef>
                <a:spcPts val="0"/>
              </a:spcBef>
              <a:spcAft>
                <a:spcPts val="0"/>
              </a:spcAft>
              <a:buClr>
                <a:schemeClr val="dk1"/>
              </a:buClr>
              <a:buSzPts val="1100"/>
              <a:buFont typeface="Arial"/>
              <a:buNone/>
            </a:pPr>
            <a:r>
              <a:t/>
            </a:r>
            <a:endParaRPr sz="2000"/>
          </a:p>
          <a:p>
            <a:pPr indent="0" lvl="0" marL="0" rtl="0" algn="l">
              <a:lnSpc>
                <a:spcPct val="100000"/>
              </a:lnSpc>
              <a:spcBef>
                <a:spcPts val="0"/>
              </a:spcBef>
              <a:spcAft>
                <a:spcPts val="0"/>
              </a:spcAft>
              <a:buClr>
                <a:schemeClr val="dk1"/>
              </a:buClr>
              <a:buSzPts val="1100"/>
              <a:buFont typeface="Arial"/>
              <a:buNone/>
            </a:pPr>
            <a:r>
              <a:t/>
            </a:r>
            <a:endParaRPr sz="2000"/>
          </a:p>
          <a:p>
            <a:pPr indent="0" lvl="0" marL="0" rtl="0" algn="l">
              <a:lnSpc>
                <a:spcPct val="100000"/>
              </a:lnSpc>
              <a:spcBef>
                <a:spcPts val="0"/>
              </a:spcBef>
              <a:spcAft>
                <a:spcPts val="0"/>
              </a:spcAft>
              <a:buClr>
                <a:schemeClr val="dk1"/>
              </a:buClr>
              <a:buSzPts val="1100"/>
              <a:buFont typeface="Arial"/>
              <a:buNone/>
            </a:pPr>
            <a:r>
              <a:t/>
            </a:r>
            <a:endParaRPr sz="2000"/>
          </a:p>
          <a:p>
            <a:pPr indent="0" lvl="0" marL="0" rtl="0" algn="l">
              <a:lnSpc>
                <a:spcPct val="100000"/>
              </a:lnSpc>
              <a:spcBef>
                <a:spcPts val="0"/>
              </a:spcBef>
              <a:spcAft>
                <a:spcPts val="0"/>
              </a:spcAft>
              <a:buClr>
                <a:schemeClr val="dk1"/>
              </a:buClr>
              <a:buSzPts val="1100"/>
              <a:buFont typeface="Arial"/>
              <a:buNone/>
            </a:pPr>
            <a:r>
              <a:rPr lang="ja" sz="2000">
                <a:solidFill>
                  <a:schemeClr val="dk1"/>
                </a:solidFill>
              </a:rPr>
              <a:t>draw関数内に記述</a:t>
            </a:r>
            <a:endParaRPr sz="20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20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ja" sz="2000">
                <a:solidFill>
                  <a:schemeClr val="dk1"/>
                </a:solidFill>
              </a:rPr>
              <a:t>    fill(255);</a:t>
            </a:r>
            <a:endParaRPr sz="20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ja" sz="2000">
                <a:solidFill>
                  <a:schemeClr val="dk1"/>
                </a:solidFill>
              </a:rPr>
              <a:t>    textSize(50);</a:t>
            </a:r>
            <a:endParaRPr sz="20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ja" sz="2000">
                <a:solidFill>
                  <a:schemeClr val="dk1"/>
                </a:solidFill>
              </a:rPr>
              <a:t>    get_int_Freq = int(fft.getBandWidth()*mouseX) </a:t>
            </a:r>
            <a:endParaRPr sz="20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ja" sz="2000">
                <a:solidFill>
                  <a:schemeClr val="dk1"/>
                </a:solidFill>
              </a:rPr>
              <a:t>    text( str(get_int_Freq) + "Hz", 50, 50 );</a:t>
            </a:r>
            <a:endParaRPr sz="20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20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2000"/>
          </a:p>
        </p:txBody>
      </p:sp>
      <p:sp>
        <p:nvSpPr>
          <p:cNvPr id="791" name="Google Shape;791;p61"/>
          <p:cNvSpPr txBox="1"/>
          <p:nvPr>
            <p:ph idx="12" type="sldNum"/>
          </p:nvPr>
        </p:nvSpPr>
        <p:spPr>
          <a:xfrm>
            <a:off x="8472458" y="3886014"/>
            <a:ext cx="548700" cy="328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ja"/>
              <a:t>‹#›</a:t>
            </a:fld>
            <a:endParaRPr/>
          </a:p>
        </p:txBody>
      </p:sp>
      <p:sp>
        <p:nvSpPr>
          <p:cNvPr id="792" name="Google Shape;792;p61"/>
          <p:cNvSpPr txBox="1"/>
          <p:nvPr/>
        </p:nvSpPr>
        <p:spPr>
          <a:xfrm>
            <a:off x="3925075" y="1228088"/>
            <a:ext cx="1322100" cy="411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信号強度</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の目安</a:t>
            </a:r>
            <a:endParaRPr b="0" i="0" sz="1400" u="none" cap="none" strike="noStrike">
              <a:solidFill>
                <a:srgbClr val="000000"/>
              </a:solidFill>
              <a:latin typeface="Arial"/>
              <a:ea typeface="Arial"/>
              <a:cs typeface="Arial"/>
              <a:sym typeface="Arial"/>
            </a:endParaRPr>
          </a:p>
        </p:txBody>
      </p:sp>
      <p:pic>
        <p:nvPicPr>
          <p:cNvPr id="793" name="Google Shape;793;p61"/>
          <p:cNvPicPr preferRelativeResize="0"/>
          <p:nvPr/>
        </p:nvPicPr>
        <p:blipFill rotWithShape="1">
          <a:blip r:embed="rId3">
            <a:alphaModFix/>
          </a:blip>
          <a:srcRect b="0" l="0" r="0" t="0"/>
          <a:stretch/>
        </p:blipFill>
        <p:spPr>
          <a:xfrm>
            <a:off x="3676200" y="2"/>
            <a:ext cx="4100907" cy="2482140"/>
          </a:xfrm>
          <a:prstGeom prst="rect">
            <a:avLst/>
          </a:prstGeom>
          <a:noFill/>
          <a:ln>
            <a:noFill/>
          </a:ln>
        </p:spPr>
      </p:pic>
      <p:pic>
        <p:nvPicPr>
          <p:cNvPr id="794" name="Google Shape;794;p61"/>
          <p:cNvPicPr preferRelativeResize="0"/>
          <p:nvPr/>
        </p:nvPicPr>
        <p:blipFill rotWithShape="1">
          <a:blip r:embed="rId4">
            <a:alphaModFix/>
          </a:blip>
          <a:srcRect b="0" l="0" r="0" t="0"/>
          <a:stretch/>
        </p:blipFill>
        <p:spPr>
          <a:xfrm>
            <a:off x="8100745" y="1054838"/>
            <a:ext cx="179441" cy="284831"/>
          </a:xfrm>
          <a:prstGeom prst="rect">
            <a:avLst/>
          </a:prstGeom>
          <a:noFill/>
          <a:ln>
            <a:noFill/>
          </a:ln>
        </p:spPr>
      </p:pic>
      <p:sp>
        <p:nvSpPr>
          <p:cNvPr id="795" name="Google Shape;795;p61"/>
          <p:cNvSpPr txBox="1"/>
          <p:nvPr/>
        </p:nvSpPr>
        <p:spPr>
          <a:xfrm>
            <a:off x="4214850" y="2507363"/>
            <a:ext cx="4806300" cy="284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18000Hzの音が流れるファイルを再生しているとき</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sp>
        <p:nvSpPr>
          <p:cNvPr id="801" name="Google Shape;801;p62"/>
          <p:cNvSpPr txBox="1"/>
          <p:nvPr>
            <p:ph idx="1" type="body"/>
          </p:nvPr>
        </p:nvSpPr>
        <p:spPr>
          <a:xfrm>
            <a:off x="467544" y="582952"/>
            <a:ext cx="8229600" cy="312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560"/>
              </a:spcBef>
              <a:spcAft>
                <a:spcPts val="0"/>
              </a:spcAft>
              <a:buSzPts val="2400"/>
              <a:buNone/>
            </a:pPr>
            <a:r>
              <a:rPr lang="ja"/>
              <a:t>オリジナルのサウンドビジュアライザを自由に作成してください（例：下図）</a:t>
            </a:r>
            <a:endParaRPr/>
          </a:p>
        </p:txBody>
      </p:sp>
      <p:sp>
        <p:nvSpPr>
          <p:cNvPr id="802" name="Google Shape;802;p62"/>
          <p:cNvSpPr txBox="1"/>
          <p:nvPr>
            <p:ph idx="12" type="sldNum"/>
          </p:nvPr>
        </p:nvSpPr>
        <p:spPr>
          <a:xfrm>
            <a:off x="8568700" y="4038407"/>
            <a:ext cx="575400" cy="315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ja"/>
              <a:t>‹#›</a:t>
            </a:fld>
            <a:endParaRPr/>
          </a:p>
        </p:txBody>
      </p:sp>
      <p:pic>
        <p:nvPicPr>
          <p:cNvPr id="803" name="Google Shape;803;p62"/>
          <p:cNvPicPr preferRelativeResize="0"/>
          <p:nvPr/>
        </p:nvPicPr>
        <p:blipFill rotWithShape="1">
          <a:blip r:embed="rId3">
            <a:alphaModFix/>
          </a:blip>
          <a:srcRect b="0" l="0" r="0" t="0"/>
          <a:stretch/>
        </p:blipFill>
        <p:spPr>
          <a:xfrm>
            <a:off x="3844720" y="1625119"/>
            <a:ext cx="3639320" cy="281865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sp>
        <p:nvSpPr>
          <p:cNvPr id="809" name="Google Shape;809;p63"/>
          <p:cNvSpPr txBox="1"/>
          <p:nvPr>
            <p:ph idx="1" type="body"/>
          </p:nvPr>
        </p:nvSpPr>
        <p:spPr>
          <a:xfrm>
            <a:off x="290494" y="699636"/>
            <a:ext cx="8229600" cy="3744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560"/>
              </a:spcBef>
              <a:spcAft>
                <a:spcPts val="0"/>
              </a:spcAft>
              <a:buSzPts val="2400"/>
              <a:buNone/>
            </a:pPr>
            <a:r>
              <a:rPr lang="ja" sz="2000"/>
              <a:t>step6_4のプログラムにローパスフィルタ（低域通過フィルタ＝設定した値よりも低い周波数の音をそのまま保ち，設定した値よりも高い周波数の音を抑える）の機能を実装してください</a:t>
            </a:r>
            <a:endParaRPr sz="2000"/>
          </a:p>
          <a:p>
            <a:pPr indent="0" lvl="0" marL="0" rtl="0" algn="l">
              <a:lnSpc>
                <a:spcPct val="100000"/>
              </a:lnSpc>
              <a:spcBef>
                <a:spcPts val="560"/>
              </a:spcBef>
              <a:spcAft>
                <a:spcPts val="0"/>
              </a:spcAft>
              <a:buSzPts val="2400"/>
              <a:buNone/>
            </a:pPr>
            <a:r>
              <a:t/>
            </a:r>
            <a:endParaRPr sz="2000"/>
          </a:p>
          <a:p>
            <a:pPr indent="0" lvl="0" marL="0" rtl="0" algn="l">
              <a:lnSpc>
                <a:spcPct val="100000"/>
              </a:lnSpc>
              <a:spcBef>
                <a:spcPts val="560"/>
              </a:spcBef>
              <a:spcAft>
                <a:spcPts val="0"/>
              </a:spcAft>
              <a:buSzPts val="2400"/>
              <a:buNone/>
            </a:pPr>
            <a:r>
              <a:rPr lang="ja" sz="2000"/>
              <a:t>LowPassSP()、 setFreq() を使用</a:t>
            </a:r>
            <a:endParaRPr sz="2000"/>
          </a:p>
          <a:p>
            <a:pPr indent="0" lvl="0" marL="0" rtl="0" algn="l">
              <a:lnSpc>
                <a:spcPct val="100000"/>
              </a:lnSpc>
              <a:spcBef>
                <a:spcPts val="560"/>
              </a:spcBef>
              <a:spcAft>
                <a:spcPts val="0"/>
              </a:spcAft>
              <a:buSzPts val="2400"/>
              <a:buNone/>
            </a:pPr>
            <a:r>
              <a:t/>
            </a:r>
            <a:endParaRPr sz="2000"/>
          </a:p>
          <a:p>
            <a:pPr indent="0" lvl="0" marL="0" rtl="0" algn="l">
              <a:lnSpc>
                <a:spcPct val="100000"/>
              </a:lnSpc>
              <a:spcBef>
                <a:spcPts val="560"/>
              </a:spcBef>
              <a:spcAft>
                <a:spcPts val="0"/>
              </a:spcAft>
              <a:buSzPts val="2400"/>
              <a:buNone/>
            </a:pPr>
            <a:r>
              <a:rPr lang="ja" sz="1400"/>
              <a:t> player = minim.loadFile("../sounddata/sample.mp3")</a:t>
            </a:r>
            <a:endParaRPr sz="2000"/>
          </a:p>
          <a:p>
            <a:pPr indent="0" lvl="0" marL="0" rtl="0" algn="l">
              <a:lnSpc>
                <a:spcPct val="100000"/>
              </a:lnSpc>
              <a:spcBef>
                <a:spcPts val="560"/>
              </a:spcBef>
              <a:spcAft>
                <a:spcPts val="0"/>
              </a:spcAft>
              <a:buSzPts val="2400"/>
              <a:buNone/>
            </a:pPr>
            <a:r>
              <a:rPr lang="ja" sz="1400"/>
              <a:t> lpf = LowPassSP(5000, player.sampleRate()) </a:t>
            </a:r>
            <a:endParaRPr sz="1400"/>
          </a:p>
          <a:p>
            <a:pPr indent="0" lvl="0" marL="0" rtl="0" algn="l">
              <a:lnSpc>
                <a:spcPct val="100000"/>
              </a:lnSpc>
              <a:spcBef>
                <a:spcPts val="560"/>
              </a:spcBef>
              <a:spcAft>
                <a:spcPts val="0"/>
              </a:spcAft>
              <a:buSzPts val="2400"/>
              <a:buNone/>
            </a:pPr>
            <a:r>
              <a:rPr lang="ja" sz="1400"/>
              <a:t> player.addEffect(lpf) #//エフェクトを設定</a:t>
            </a:r>
            <a:endParaRPr sz="1400"/>
          </a:p>
          <a:p>
            <a:pPr indent="0" lvl="0" marL="0" rtl="0" algn="l">
              <a:lnSpc>
                <a:spcPct val="100000"/>
              </a:lnSpc>
              <a:spcBef>
                <a:spcPts val="560"/>
              </a:spcBef>
              <a:spcAft>
                <a:spcPts val="0"/>
              </a:spcAft>
              <a:buSzPts val="2400"/>
              <a:buNone/>
            </a:pPr>
            <a:r>
              <a:rPr lang="ja" sz="1400"/>
              <a:t> lpf.setFreq(変数);    #ローパスフィルターを設定し直す</a:t>
            </a:r>
            <a:endParaRPr sz="1400"/>
          </a:p>
          <a:p>
            <a:pPr indent="0" lvl="0" marL="0" rtl="0" algn="l">
              <a:lnSpc>
                <a:spcPct val="100000"/>
              </a:lnSpc>
              <a:spcBef>
                <a:spcPts val="560"/>
              </a:spcBef>
              <a:spcAft>
                <a:spcPts val="0"/>
              </a:spcAft>
              <a:buSzPts val="2400"/>
              <a:buNone/>
            </a:pPr>
            <a:r>
              <a:t/>
            </a:r>
            <a:endParaRPr sz="1400"/>
          </a:p>
          <a:p>
            <a:pPr indent="0" lvl="0" marL="0" rtl="0" algn="l">
              <a:lnSpc>
                <a:spcPct val="100000"/>
              </a:lnSpc>
              <a:spcBef>
                <a:spcPts val="560"/>
              </a:spcBef>
              <a:spcAft>
                <a:spcPts val="0"/>
              </a:spcAft>
              <a:buSzPts val="2400"/>
              <a:buNone/>
            </a:pPr>
            <a:r>
              <a:t/>
            </a:r>
            <a:endParaRPr sz="1400"/>
          </a:p>
          <a:p>
            <a:pPr indent="0" lvl="0" marL="0" rtl="0" algn="l">
              <a:lnSpc>
                <a:spcPct val="100000"/>
              </a:lnSpc>
              <a:spcBef>
                <a:spcPts val="560"/>
              </a:spcBef>
              <a:spcAft>
                <a:spcPts val="0"/>
              </a:spcAft>
              <a:buSzPts val="2400"/>
              <a:buNone/>
            </a:pPr>
            <a:r>
              <a:rPr lang="ja" sz="2000"/>
              <a:t>例）マウスカーソルの座標に基づいて通過する周波数帯を設定</a:t>
            </a:r>
            <a:endParaRPr sz="2000"/>
          </a:p>
          <a:p>
            <a:pPr indent="0" lvl="0" marL="0" rtl="0" algn="l">
              <a:lnSpc>
                <a:spcPct val="100000"/>
              </a:lnSpc>
              <a:spcBef>
                <a:spcPts val="560"/>
              </a:spcBef>
              <a:spcAft>
                <a:spcPts val="0"/>
              </a:spcAft>
              <a:buSzPts val="2400"/>
              <a:buNone/>
            </a:pPr>
            <a:r>
              <a:rPr lang="ja" sz="2000"/>
              <a:t>　マウスカーソルが1000Hzのとき，1000Hzよりも低い周波数の音が再生され，1000Hz以上の周波数帯の音は小さく抑えられる</a:t>
            </a:r>
            <a:endParaRPr sz="2000"/>
          </a:p>
        </p:txBody>
      </p:sp>
      <p:sp>
        <p:nvSpPr>
          <p:cNvPr id="810" name="Google Shape;810;p63"/>
          <p:cNvSpPr txBox="1"/>
          <p:nvPr>
            <p:ph idx="12" type="sldNum"/>
          </p:nvPr>
        </p:nvSpPr>
        <p:spPr>
          <a:xfrm>
            <a:off x="8568700" y="4038407"/>
            <a:ext cx="575400" cy="315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ja"/>
              <a:t>‹#›</a:t>
            </a:fld>
            <a:endParaRPr/>
          </a:p>
        </p:txBody>
      </p:sp>
      <p:pic>
        <p:nvPicPr>
          <p:cNvPr id="811" name="Google Shape;811;p63" title="opt6_4.mov">
            <a:hlinkClick r:id="rId3"/>
          </p:cNvPr>
          <p:cNvPicPr preferRelativeResize="0"/>
          <p:nvPr/>
        </p:nvPicPr>
        <p:blipFill rotWithShape="1">
          <a:blip r:embed="rId4">
            <a:alphaModFix/>
          </a:blip>
          <a:srcRect b="0" l="0" r="0" t="0"/>
          <a:stretch/>
        </p:blipFill>
        <p:spPr>
          <a:xfrm>
            <a:off x="5272625" y="1726219"/>
            <a:ext cx="3772400" cy="193610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1"/>
                                        </p:tgtEl>
                                        <p:attrNameLst>
                                          <p:attrName>style.visibility</p:attrName>
                                        </p:attrNameLst>
                                      </p:cBhvr>
                                      <p:to>
                                        <p:strVal val="visible"/>
                                      </p:to>
                                    </p:set>
                                    <p:animEffect filter="fade" transition="in">
                                      <p:cBhvr>
                                        <p:cTn dur="1000"/>
                                        <p:tgtEl>
                                          <p:spTgt spid="8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64"/>
          <p:cNvSpPr txBox="1"/>
          <p:nvPr>
            <p:ph type="title"/>
          </p:nvPr>
        </p:nvSpPr>
        <p:spPr>
          <a:xfrm>
            <a:off x="339094" y="2297042"/>
            <a:ext cx="8229600" cy="378000"/>
          </a:xfrm>
          <a:prstGeom prst="rect">
            <a:avLst/>
          </a:prstGeom>
        </p:spPr>
        <p:txBody>
          <a:bodyPr anchorCtr="0" anchor="t" bIns="45700" lIns="91425" spcFirstLastPara="1" rIns="91425" wrap="square" tIns="45700">
            <a:noAutofit/>
          </a:bodyPr>
          <a:lstStyle/>
          <a:p>
            <a:pPr indent="0" lvl="0" marL="0" rtl="0" algn="ctr">
              <a:spcBef>
                <a:spcPts val="0"/>
              </a:spcBef>
              <a:spcAft>
                <a:spcPts val="0"/>
              </a:spcAft>
              <a:buNone/>
            </a:pPr>
            <a:r>
              <a:rPr lang="ja"/>
              <a:t>データビジュアリゼーション</a:t>
            </a:r>
            <a:endParaRPr/>
          </a:p>
        </p:txBody>
      </p:sp>
      <p:sp>
        <p:nvSpPr>
          <p:cNvPr id="818" name="Google Shape;818;p64"/>
          <p:cNvSpPr txBox="1"/>
          <p:nvPr>
            <p:ph idx="12" type="sldNum"/>
          </p:nvPr>
        </p:nvSpPr>
        <p:spPr>
          <a:xfrm>
            <a:off x="8568700" y="4846088"/>
            <a:ext cx="575400" cy="378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ja"/>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デザインの設定">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